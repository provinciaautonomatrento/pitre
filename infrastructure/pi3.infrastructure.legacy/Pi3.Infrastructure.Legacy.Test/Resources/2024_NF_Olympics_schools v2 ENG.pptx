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3" r:id="rId5"/>
    <p:sldMasterId id="2147483670" r:id="rId6"/>
  </p:sldMasterIdLst>
  <p:notesMasterIdLst>
    <p:notesMasterId r:id="rId19"/>
  </p:notesMasterIdLst>
  <p:sldIdLst>
    <p:sldId id="258" r:id="rId7"/>
    <p:sldId id="857" r:id="rId8"/>
    <p:sldId id="3871" r:id="rId9"/>
    <p:sldId id="863" r:id="rId10"/>
    <p:sldId id="878" r:id="rId11"/>
    <p:sldId id="865" r:id="rId12"/>
    <p:sldId id="877" r:id="rId13"/>
    <p:sldId id="867" r:id="rId14"/>
    <p:sldId id="880" r:id="rId15"/>
    <p:sldId id="881" r:id="rId16"/>
    <p:sldId id="882" r:id="rId17"/>
    <p:sldId id="264" r:id="rId18"/>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1C50"/>
    <a:srgbClr val="6785C1"/>
    <a:srgbClr val="EBA900"/>
    <a:srgbClr val="D1B122"/>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985" autoAdjust="0"/>
    <p:restoredTop sz="94660"/>
  </p:normalViewPr>
  <p:slideViewPr>
    <p:cSldViewPr snapToGrid="0">
      <p:cViewPr varScale="1">
        <p:scale>
          <a:sx n="67" d="100"/>
          <a:sy n="67" d="100"/>
        </p:scale>
        <p:origin x="76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isabetta Medda" userId="9e3ccb9f-d5f3-4015-b97f-922d473bb986" providerId="ADAL" clId="{883015AF-3258-427E-8A71-24F2472C4147}"/>
    <pc:docChg chg="modSld">
      <pc:chgData name="Elisabetta Medda" userId="9e3ccb9f-d5f3-4015-b97f-922d473bb986" providerId="ADAL" clId="{883015AF-3258-427E-8A71-24F2472C4147}" dt="2024-02-06T12:00:20.007" v="2" actId="20577"/>
      <pc:docMkLst>
        <pc:docMk/>
      </pc:docMkLst>
      <pc:sldChg chg="modSp mod">
        <pc:chgData name="Elisabetta Medda" userId="9e3ccb9f-d5f3-4015-b97f-922d473bb986" providerId="ADAL" clId="{883015AF-3258-427E-8A71-24F2472C4147}" dt="2024-02-06T12:00:20.007" v="2" actId="20577"/>
        <pc:sldMkLst>
          <pc:docMk/>
          <pc:sldMk cId="1936408180" sldId="880"/>
        </pc:sldMkLst>
        <pc:spChg chg="mod">
          <ac:chgData name="Elisabetta Medda" userId="9e3ccb9f-d5f3-4015-b97f-922d473bb986" providerId="ADAL" clId="{883015AF-3258-427E-8A71-24F2472C4147}" dt="2024-02-06T12:00:20.007" v="2" actId="20577"/>
          <ac:spMkLst>
            <pc:docMk/>
            <pc:sldMk cId="1936408180" sldId="880"/>
            <ac:spMk id="5" creationId="{7F7C278C-1937-BCE4-3427-D9BD906BCCF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1C6930-6337-4A5A-B248-20B9880B2169}" type="datetimeFigureOut">
              <a:rPr lang="es-ES" smtClean="0"/>
              <a:t>06/02/2024</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B64231-0E54-4015-BDDF-22B409C24970}" type="slidenum">
              <a:rPr lang="es-ES" smtClean="0"/>
              <a:t>‹#›</a:t>
            </a:fld>
            <a:endParaRPr lang="es-ES"/>
          </a:p>
        </p:txBody>
      </p:sp>
    </p:spTree>
    <p:extLst>
      <p:ext uri="{BB962C8B-B14F-4D97-AF65-F5344CB8AC3E}">
        <p14:creationId xmlns:p14="http://schemas.microsoft.com/office/powerpoint/2010/main" val="3392913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¿Qué es lo que proponemos desde la fundación NTT DATA?</a:t>
            </a:r>
          </a:p>
          <a:p>
            <a:endParaRPr lang="es-ES" dirty="0"/>
          </a:p>
          <a:p>
            <a:r>
              <a:rPr lang="es-ES" dirty="0"/>
              <a:t>Una plataforma de competencias digitales donde, a través de un itinerario formativo lúdico de 12 sesiones (síncronas y asíncronas), se puedan formar en programación durante 3 meses de duración y finalicen con una competición y Olimpiadas por niveles. </a:t>
            </a:r>
          </a:p>
          <a:p>
            <a:r>
              <a:rPr lang="es-ES" dirty="0"/>
              <a:t>¿A qué edades nos dirigimos? A niños y adolescentes con edades entre los 7 los 16 años. Además de competir por niveles de conocimiento, también lo harán en dos grupos de edades. </a:t>
            </a:r>
          </a:p>
          <a:p>
            <a:r>
              <a:rPr lang="es-ES" dirty="0"/>
              <a:t>Los participantes estarán acompañados en todo momento por la figura de un entrenador, que es un voluntario de la compañía y que les guiará en su formación. </a:t>
            </a:r>
          </a:p>
          <a:p>
            <a:endParaRPr lang="es-ES" dirty="0"/>
          </a:p>
          <a:p>
            <a:r>
              <a:rPr lang="es-ES" dirty="0"/>
              <a:t>¿Por qué hacemos esto y por qué podemos garantizar la calidad de lo que estamos haciendo?</a:t>
            </a:r>
          </a:p>
          <a:p>
            <a:r>
              <a:rPr lang="es-ES" dirty="0"/>
              <a:t>Llevamos años realizando sesiones de tecnología: de forma presencial, virtual, de forma lúdica y con voluntarios, transmitiendo el uso responsable de la tecnología para que no solo sean consumidores, sino creadores de tecnología. Todos los niños saben manejar un teléfono móvil pero es esencial también que desarrollen otras habilidades ya que la tecnología está presente en todos los aspectos de nuestra vida. </a:t>
            </a:r>
          </a:p>
          <a:p>
            <a:r>
              <a:rPr lang="es-ES" dirty="0"/>
              <a:t>Y bueno, aquí hay unos datos de lo que hemos </a:t>
            </a:r>
          </a:p>
        </p:txBody>
      </p:sp>
      <p:sp>
        <p:nvSpPr>
          <p:cNvPr id="4" name="Marcador de número de diapositiva 3"/>
          <p:cNvSpPr>
            <a:spLocks noGrp="1"/>
          </p:cNvSpPr>
          <p:nvPr>
            <p:ph type="sldNum" sz="quarter" idx="5"/>
          </p:nvPr>
        </p:nvSpPr>
        <p:spPr/>
        <p:txBody>
          <a:bodyPr/>
          <a:lstStyle/>
          <a:p>
            <a:fld id="{6AA4FF60-5B2F-4AC5-9288-AAD32FF8662C}" type="slidenum">
              <a:rPr lang="es-ES" smtClean="0"/>
              <a:t>5</a:t>
            </a:fld>
            <a:endParaRPr lang="es-ES"/>
          </a:p>
        </p:txBody>
      </p:sp>
    </p:spTree>
    <p:extLst>
      <p:ext uri="{BB962C8B-B14F-4D97-AF65-F5344CB8AC3E}">
        <p14:creationId xmlns:p14="http://schemas.microsoft.com/office/powerpoint/2010/main" val="20897137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Cifra especialmente alta al tratarse de una “extraescolar” online, gratuita y sin supervisión directa de padres, profesores o tutores. Cada niño avanza a su propio ritmo. </a:t>
            </a:r>
          </a:p>
        </p:txBody>
      </p:sp>
      <p:sp>
        <p:nvSpPr>
          <p:cNvPr id="4" name="Marcador de número de diapositiva 3"/>
          <p:cNvSpPr>
            <a:spLocks noGrp="1"/>
          </p:cNvSpPr>
          <p:nvPr>
            <p:ph type="sldNum" sz="quarter" idx="5"/>
          </p:nvPr>
        </p:nvSpPr>
        <p:spPr/>
        <p:txBody>
          <a:bodyPr/>
          <a:lstStyle/>
          <a:p>
            <a:fld id="{76B64231-0E54-4015-BDDF-22B409C24970}" type="slidenum">
              <a:rPr lang="es-ES" smtClean="0"/>
              <a:t>6</a:t>
            </a:fld>
            <a:endParaRPr lang="es-ES"/>
          </a:p>
        </p:txBody>
      </p:sp>
    </p:spTree>
    <p:extLst>
      <p:ext uri="{BB962C8B-B14F-4D97-AF65-F5344CB8AC3E}">
        <p14:creationId xmlns:p14="http://schemas.microsoft.com/office/powerpoint/2010/main" val="38115391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AA4FF60-5B2F-4AC5-9288-AAD32FF8662C}" type="slidenum">
              <a:rPr lang="es-ES" smtClean="0"/>
              <a:t>9</a:t>
            </a:fld>
            <a:endParaRPr lang="es-ES"/>
          </a:p>
        </p:txBody>
      </p:sp>
    </p:spTree>
    <p:extLst>
      <p:ext uri="{BB962C8B-B14F-4D97-AF65-F5344CB8AC3E}">
        <p14:creationId xmlns:p14="http://schemas.microsoft.com/office/powerpoint/2010/main" val="42397648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3.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3.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3.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jpeg"/><Relationship Id="rId1" Type="http://schemas.openxmlformats.org/officeDocument/2006/relationships/slideMaster" Target="../slideMasters/slideMaster3.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jpeg"/><Relationship Id="rId1" Type="http://schemas.openxmlformats.org/officeDocument/2006/relationships/slideMaster" Target="../slideMasters/slideMaster3.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jpeg"/><Relationship Id="rId1" Type="http://schemas.openxmlformats.org/officeDocument/2006/relationships/slideMaster" Target="../slideMasters/slideMaster3.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3.jpeg"/><Relationship Id="rId1" Type="http://schemas.openxmlformats.org/officeDocument/2006/relationships/slideMaster" Target="../slideMasters/slideMaster3.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4.jpeg"/><Relationship Id="rId1" Type="http://schemas.openxmlformats.org/officeDocument/2006/relationships/slideMaster" Target="../slideMasters/slideMaster3.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5.jpeg"/><Relationship Id="rId1" Type="http://schemas.openxmlformats.org/officeDocument/2006/relationships/slideMaster" Target="../slideMasters/slideMaster3.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6.jpeg"/><Relationship Id="rId1" Type="http://schemas.openxmlformats.org/officeDocument/2006/relationships/slideMaster" Target="../slideMasters/slideMaster3.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7.jpeg"/><Relationship Id="rId1" Type="http://schemas.openxmlformats.org/officeDocument/2006/relationships/slideMaster" Target="../slideMasters/slideMaster3.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3A15E1-3579-733C-770B-EDAADEF9DD9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13F13EB6-C247-FD37-8AD5-E85FCD7D91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2270B77D-6F9D-15A1-F71D-E427A60042DC}"/>
              </a:ext>
            </a:extLst>
          </p:cNvPr>
          <p:cNvSpPr>
            <a:spLocks noGrp="1"/>
          </p:cNvSpPr>
          <p:nvPr>
            <p:ph type="dt" sz="half" idx="10"/>
          </p:nvPr>
        </p:nvSpPr>
        <p:spPr/>
        <p:txBody>
          <a:bodyPr/>
          <a:lstStyle/>
          <a:p>
            <a:fld id="{63F0A4D5-7807-42FF-B242-04F7E911DEC8}" type="datetimeFigureOut">
              <a:rPr lang="es-ES" smtClean="0"/>
              <a:t>06/02/2024</a:t>
            </a:fld>
            <a:endParaRPr lang="es-ES"/>
          </a:p>
        </p:txBody>
      </p:sp>
      <p:sp>
        <p:nvSpPr>
          <p:cNvPr id="5" name="Marcador de pie de página 4">
            <a:extLst>
              <a:ext uri="{FF2B5EF4-FFF2-40B4-BE49-F238E27FC236}">
                <a16:creationId xmlns:a16="http://schemas.microsoft.com/office/drawing/2014/main" id="{14A12711-26F8-6E83-76E2-3E1C4B73A77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6512F15-26CB-0E4E-4CA1-4415FAE6ED15}"/>
              </a:ext>
            </a:extLst>
          </p:cNvPr>
          <p:cNvSpPr>
            <a:spLocks noGrp="1"/>
          </p:cNvSpPr>
          <p:nvPr>
            <p:ph type="sldNum" sz="quarter" idx="12"/>
          </p:nvPr>
        </p:nvSpPr>
        <p:spPr/>
        <p:txBody>
          <a:bodyPr/>
          <a:lstStyle/>
          <a:p>
            <a:fld id="{8B4BCB55-3E5B-4BEA-902B-C4784F9C2F96}" type="slidenum">
              <a:rPr lang="es-ES" smtClean="0"/>
              <a:t>‹#›</a:t>
            </a:fld>
            <a:endParaRPr lang="es-ES"/>
          </a:p>
        </p:txBody>
      </p:sp>
    </p:spTree>
    <p:extLst>
      <p:ext uri="{BB962C8B-B14F-4D97-AF65-F5344CB8AC3E}">
        <p14:creationId xmlns:p14="http://schemas.microsoft.com/office/powerpoint/2010/main" val="3718419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15C2B9-53F3-3153-A737-D07B9B77D21E}"/>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1111E807-639C-565D-904F-0B8F581CAAF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26587D4B-F488-6D04-A583-C293213B7BBD}"/>
              </a:ext>
            </a:extLst>
          </p:cNvPr>
          <p:cNvSpPr>
            <a:spLocks noGrp="1"/>
          </p:cNvSpPr>
          <p:nvPr>
            <p:ph type="dt" sz="half" idx="10"/>
          </p:nvPr>
        </p:nvSpPr>
        <p:spPr/>
        <p:txBody>
          <a:bodyPr/>
          <a:lstStyle/>
          <a:p>
            <a:fld id="{63F0A4D5-7807-42FF-B242-04F7E911DEC8}" type="datetimeFigureOut">
              <a:rPr lang="es-ES" smtClean="0"/>
              <a:t>06/02/2024</a:t>
            </a:fld>
            <a:endParaRPr lang="es-ES"/>
          </a:p>
        </p:txBody>
      </p:sp>
      <p:sp>
        <p:nvSpPr>
          <p:cNvPr id="5" name="Marcador de pie de página 4">
            <a:extLst>
              <a:ext uri="{FF2B5EF4-FFF2-40B4-BE49-F238E27FC236}">
                <a16:creationId xmlns:a16="http://schemas.microsoft.com/office/drawing/2014/main" id="{884D41A8-ECEC-9D9E-79C8-E4A02CD258B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F8E9B4A1-9F2B-0436-9A1B-A8DD62180629}"/>
              </a:ext>
            </a:extLst>
          </p:cNvPr>
          <p:cNvSpPr>
            <a:spLocks noGrp="1"/>
          </p:cNvSpPr>
          <p:nvPr>
            <p:ph type="sldNum" sz="quarter" idx="12"/>
          </p:nvPr>
        </p:nvSpPr>
        <p:spPr/>
        <p:txBody>
          <a:bodyPr/>
          <a:lstStyle/>
          <a:p>
            <a:fld id="{8B4BCB55-3E5B-4BEA-902B-C4784F9C2F96}" type="slidenum">
              <a:rPr lang="es-ES" smtClean="0"/>
              <a:t>‹#›</a:t>
            </a:fld>
            <a:endParaRPr lang="es-ES"/>
          </a:p>
        </p:txBody>
      </p:sp>
    </p:spTree>
    <p:extLst>
      <p:ext uri="{BB962C8B-B14F-4D97-AF65-F5344CB8AC3E}">
        <p14:creationId xmlns:p14="http://schemas.microsoft.com/office/powerpoint/2010/main" val="472214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602EA9-C597-A8D1-7B2A-EB6163A36CF8}"/>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D48FDF22-C4D0-CA9E-517D-B48EA5EE99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7317885A-DAF8-FC94-1A05-475EFE3A8AD4}"/>
              </a:ext>
            </a:extLst>
          </p:cNvPr>
          <p:cNvSpPr>
            <a:spLocks noGrp="1"/>
          </p:cNvSpPr>
          <p:nvPr>
            <p:ph type="dt" sz="half" idx="10"/>
          </p:nvPr>
        </p:nvSpPr>
        <p:spPr/>
        <p:txBody>
          <a:bodyPr/>
          <a:lstStyle/>
          <a:p>
            <a:fld id="{63F0A4D5-7807-42FF-B242-04F7E911DEC8}" type="datetimeFigureOut">
              <a:rPr lang="es-ES" smtClean="0"/>
              <a:t>06/02/2024</a:t>
            </a:fld>
            <a:endParaRPr lang="es-ES"/>
          </a:p>
        </p:txBody>
      </p:sp>
      <p:sp>
        <p:nvSpPr>
          <p:cNvPr id="5" name="Marcador de pie de página 4">
            <a:extLst>
              <a:ext uri="{FF2B5EF4-FFF2-40B4-BE49-F238E27FC236}">
                <a16:creationId xmlns:a16="http://schemas.microsoft.com/office/drawing/2014/main" id="{C9651C22-4AF4-DFE6-0E23-B032D883823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308AC0B-C4B0-11A1-1F14-73A7BF9CCAA9}"/>
              </a:ext>
            </a:extLst>
          </p:cNvPr>
          <p:cNvSpPr>
            <a:spLocks noGrp="1"/>
          </p:cNvSpPr>
          <p:nvPr>
            <p:ph type="sldNum" sz="quarter" idx="12"/>
          </p:nvPr>
        </p:nvSpPr>
        <p:spPr/>
        <p:txBody>
          <a:bodyPr/>
          <a:lstStyle/>
          <a:p>
            <a:fld id="{8B4BCB55-3E5B-4BEA-902B-C4784F9C2F96}" type="slidenum">
              <a:rPr lang="es-ES" smtClean="0"/>
              <a:t>‹#›</a:t>
            </a:fld>
            <a:endParaRPr lang="es-ES"/>
          </a:p>
        </p:txBody>
      </p:sp>
    </p:spTree>
    <p:extLst>
      <p:ext uri="{BB962C8B-B14F-4D97-AF65-F5344CB8AC3E}">
        <p14:creationId xmlns:p14="http://schemas.microsoft.com/office/powerpoint/2010/main" val="3419571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374543-3C32-A0B6-CDE0-E283CD761B33}"/>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EE3547A9-7E2E-9C92-E26A-2028C3E12FB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975EC387-92EB-1533-B0C7-09B15DFEB82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338223A0-8CEC-9FE0-AFEB-0EE3DFCFFE51}"/>
              </a:ext>
            </a:extLst>
          </p:cNvPr>
          <p:cNvSpPr>
            <a:spLocks noGrp="1"/>
          </p:cNvSpPr>
          <p:nvPr>
            <p:ph type="dt" sz="half" idx="10"/>
          </p:nvPr>
        </p:nvSpPr>
        <p:spPr/>
        <p:txBody>
          <a:bodyPr/>
          <a:lstStyle/>
          <a:p>
            <a:fld id="{63F0A4D5-7807-42FF-B242-04F7E911DEC8}" type="datetimeFigureOut">
              <a:rPr lang="es-ES" smtClean="0"/>
              <a:t>06/02/2024</a:t>
            </a:fld>
            <a:endParaRPr lang="es-ES"/>
          </a:p>
        </p:txBody>
      </p:sp>
      <p:sp>
        <p:nvSpPr>
          <p:cNvPr id="6" name="Marcador de pie de página 5">
            <a:extLst>
              <a:ext uri="{FF2B5EF4-FFF2-40B4-BE49-F238E27FC236}">
                <a16:creationId xmlns:a16="http://schemas.microsoft.com/office/drawing/2014/main" id="{3E61D3FA-A507-B9FE-2778-8E8F2B7A1DE0}"/>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BCBA1D12-6CA0-6E61-D255-7FEA207DEBF6}"/>
              </a:ext>
            </a:extLst>
          </p:cNvPr>
          <p:cNvSpPr>
            <a:spLocks noGrp="1"/>
          </p:cNvSpPr>
          <p:nvPr>
            <p:ph type="sldNum" sz="quarter" idx="12"/>
          </p:nvPr>
        </p:nvSpPr>
        <p:spPr/>
        <p:txBody>
          <a:bodyPr/>
          <a:lstStyle/>
          <a:p>
            <a:fld id="{8B4BCB55-3E5B-4BEA-902B-C4784F9C2F96}" type="slidenum">
              <a:rPr lang="es-ES" smtClean="0"/>
              <a:t>‹#›</a:t>
            </a:fld>
            <a:endParaRPr lang="es-ES"/>
          </a:p>
        </p:txBody>
      </p:sp>
    </p:spTree>
    <p:extLst>
      <p:ext uri="{BB962C8B-B14F-4D97-AF65-F5344CB8AC3E}">
        <p14:creationId xmlns:p14="http://schemas.microsoft.com/office/powerpoint/2010/main" val="1266957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7915AA-83B7-DABF-3AF1-08B70D8F2145}"/>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FE384B15-4116-28B6-B127-63861B7A5D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883835F-9FED-8C0B-A094-18D35521219C}"/>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5C5B773A-0CA5-FCF7-96AE-E5F0EE79C8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633A784-7308-26C9-C2E2-0AE41E383AF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4A2D7DC3-85E7-FFB4-65A4-0A35A39AEBE2}"/>
              </a:ext>
            </a:extLst>
          </p:cNvPr>
          <p:cNvSpPr>
            <a:spLocks noGrp="1"/>
          </p:cNvSpPr>
          <p:nvPr>
            <p:ph type="dt" sz="half" idx="10"/>
          </p:nvPr>
        </p:nvSpPr>
        <p:spPr/>
        <p:txBody>
          <a:bodyPr/>
          <a:lstStyle/>
          <a:p>
            <a:fld id="{63F0A4D5-7807-42FF-B242-04F7E911DEC8}" type="datetimeFigureOut">
              <a:rPr lang="es-ES" smtClean="0"/>
              <a:t>06/02/2024</a:t>
            </a:fld>
            <a:endParaRPr lang="es-ES"/>
          </a:p>
        </p:txBody>
      </p:sp>
      <p:sp>
        <p:nvSpPr>
          <p:cNvPr id="8" name="Marcador de pie de página 7">
            <a:extLst>
              <a:ext uri="{FF2B5EF4-FFF2-40B4-BE49-F238E27FC236}">
                <a16:creationId xmlns:a16="http://schemas.microsoft.com/office/drawing/2014/main" id="{61A17EAB-D572-15BD-0406-0BFC3ACDC4BD}"/>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41DC4C39-516D-C7ED-58F2-2FC0B5228621}"/>
              </a:ext>
            </a:extLst>
          </p:cNvPr>
          <p:cNvSpPr>
            <a:spLocks noGrp="1"/>
          </p:cNvSpPr>
          <p:nvPr>
            <p:ph type="sldNum" sz="quarter" idx="12"/>
          </p:nvPr>
        </p:nvSpPr>
        <p:spPr/>
        <p:txBody>
          <a:bodyPr/>
          <a:lstStyle/>
          <a:p>
            <a:fld id="{8B4BCB55-3E5B-4BEA-902B-C4784F9C2F96}" type="slidenum">
              <a:rPr lang="es-ES" smtClean="0"/>
              <a:t>‹#›</a:t>
            </a:fld>
            <a:endParaRPr lang="es-ES"/>
          </a:p>
        </p:txBody>
      </p:sp>
    </p:spTree>
    <p:extLst>
      <p:ext uri="{BB962C8B-B14F-4D97-AF65-F5344CB8AC3E}">
        <p14:creationId xmlns:p14="http://schemas.microsoft.com/office/powerpoint/2010/main" val="3879747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2A5EFF-B322-1282-1543-31DC2419A9A9}"/>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536FED84-5BD9-5F12-05F2-4D78FEF57275}"/>
              </a:ext>
            </a:extLst>
          </p:cNvPr>
          <p:cNvSpPr>
            <a:spLocks noGrp="1"/>
          </p:cNvSpPr>
          <p:nvPr>
            <p:ph type="dt" sz="half" idx="10"/>
          </p:nvPr>
        </p:nvSpPr>
        <p:spPr/>
        <p:txBody>
          <a:bodyPr/>
          <a:lstStyle/>
          <a:p>
            <a:fld id="{63F0A4D5-7807-42FF-B242-04F7E911DEC8}" type="datetimeFigureOut">
              <a:rPr lang="es-ES" smtClean="0"/>
              <a:t>06/02/2024</a:t>
            </a:fld>
            <a:endParaRPr lang="es-ES"/>
          </a:p>
        </p:txBody>
      </p:sp>
      <p:sp>
        <p:nvSpPr>
          <p:cNvPr id="4" name="Marcador de pie de página 3">
            <a:extLst>
              <a:ext uri="{FF2B5EF4-FFF2-40B4-BE49-F238E27FC236}">
                <a16:creationId xmlns:a16="http://schemas.microsoft.com/office/drawing/2014/main" id="{7FAB27FC-FA30-4ED1-7497-6968004A4E4E}"/>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1D089333-5628-2EDD-ECF4-E294B6779571}"/>
              </a:ext>
            </a:extLst>
          </p:cNvPr>
          <p:cNvSpPr>
            <a:spLocks noGrp="1"/>
          </p:cNvSpPr>
          <p:nvPr>
            <p:ph type="sldNum" sz="quarter" idx="12"/>
          </p:nvPr>
        </p:nvSpPr>
        <p:spPr/>
        <p:txBody>
          <a:bodyPr/>
          <a:lstStyle/>
          <a:p>
            <a:fld id="{8B4BCB55-3E5B-4BEA-902B-C4784F9C2F96}" type="slidenum">
              <a:rPr lang="es-ES" smtClean="0"/>
              <a:t>‹#›</a:t>
            </a:fld>
            <a:endParaRPr lang="es-ES"/>
          </a:p>
        </p:txBody>
      </p:sp>
    </p:spTree>
    <p:extLst>
      <p:ext uri="{BB962C8B-B14F-4D97-AF65-F5344CB8AC3E}">
        <p14:creationId xmlns:p14="http://schemas.microsoft.com/office/powerpoint/2010/main" val="2672760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8DF5EE9-DFA2-A3FF-68DF-E97F8D1866D1}"/>
              </a:ext>
            </a:extLst>
          </p:cNvPr>
          <p:cNvSpPr>
            <a:spLocks noGrp="1"/>
          </p:cNvSpPr>
          <p:nvPr>
            <p:ph type="dt" sz="half" idx="10"/>
          </p:nvPr>
        </p:nvSpPr>
        <p:spPr/>
        <p:txBody>
          <a:bodyPr/>
          <a:lstStyle/>
          <a:p>
            <a:fld id="{63F0A4D5-7807-42FF-B242-04F7E911DEC8}" type="datetimeFigureOut">
              <a:rPr lang="es-ES" smtClean="0"/>
              <a:t>06/02/2024</a:t>
            </a:fld>
            <a:endParaRPr lang="es-ES"/>
          </a:p>
        </p:txBody>
      </p:sp>
      <p:sp>
        <p:nvSpPr>
          <p:cNvPr id="3" name="Marcador de pie de página 2">
            <a:extLst>
              <a:ext uri="{FF2B5EF4-FFF2-40B4-BE49-F238E27FC236}">
                <a16:creationId xmlns:a16="http://schemas.microsoft.com/office/drawing/2014/main" id="{0A12E12E-71FD-7DBC-B1D9-6C7EDBEA8B25}"/>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5A86081A-2492-055F-C00B-42448238AEEE}"/>
              </a:ext>
            </a:extLst>
          </p:cNvPr>
          <p:cNvSpPr>
            <a:spLocks noGrp="1"/>
          </p:cNvSpPr>
          <p:nvPr>
            <p:ph type="sldNum" sz="quarter" idx="12"/>
          </p:nvPr>
        </p:nvSpPr>
        <p:spPr/>
        <p:txBody>
          <a:bodyPr/>
          <a:lstStyle/>
          <a:p>
            <a:fld id="{8B4BCB55-3E5B-4BEA-902B-C4784F9C2F96}" type="slidenum">
              <a:rPr lang="es-ES" smtClean="0"/>
              <a:t>‹#›</a:t>
            </a:fld>
            <a:endParaRPr lang="es-ES"/>
          </a:p>
        </p:txBody>
      </p:sp>
    </p:spTree>
    <p:extLst>
      <p:ext uri="{BB962C8B-B14F-4D97-AF65-F5344CB8AC3E}">
        <p14:creationId xmlns:p14="http://schemas.microsoft.com/office/powerpoint/2010/main" val="2042133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209BD7-AAE5-DA83-D709-6226EA83755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8690929D-B966-0D97-34DB-FE0A9441A6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F076D621-A8BF-997E-30D9-642DCA5E28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1B08787-B2F9-7879-E309-0564C2A5A153}"/>
              </a:ext>
            </a:extLst>
          </p:cNvPr>
          <p:cNvSpPr>
            <a:spLocks noGrp="1"/>
          </p:cNvSpPr>
          <p:nvPr>
            <p:ph type="dt" sz="half" idx="10"/>
          </p:nvPr>
        </p:nvSpPr>
        <p:spPr/>
        <p:txBody>
          <a:bodyPr/>
          <a:lstStyle/>
          <a:p>
            <a:fld id="{63F0A4D5-7807-42FF-B242-04F7E911DEC8}" type="datetimeFigureOut">
              <a:rPr lang="es-ES" smtClean="0"/>
              <a:t>06/02/2024</a:t>
            </a:fld>
            <a:endParaRPr lang="es-ES"/>
          </a:p>
        </p:txBody>
      </p:sp>
      <p:sp>
        <p:nvSpPr>
          <p:cNvPr id="6" name="Marcador de pie de página 5">
            <a:extLst>
              <a:ext uri="{FF2B5EF4-FFF2-40B4-BE49-F238E27FC236}">
                <a16:creationId xmlns:a16="http://schemas.microsoft.com/office/drawing/2014/main" id="{4EB1B067-0C58-2575-5151-C34DFCA50121}"/>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1E7A051E-B91E-4DD2-70BE-16618AB85751}"/>
              </a:ext>
            </a:extLst>
          </p:cNvPr>
          <p:cNvSpPr>
            <a:spLocks noGrp="1"/>
          </p:cNvSpPr>
          <p:nvPr>
            <p:ph type="sldNum" sz="quarter" idx="12"/>
          </p:nvPr>
        </p:nvSpPr>
        <p:spPr/>
        <p:txBody>
          <a:bodyPr/>
          <a:lstStyle/>
          <a:p>
            <a:fld id="{8B4BCB55-3E5B-4BEA-902B-C4784F9C2F96}" type="slidenum">
              <a:rPr lang="es-ES" smtClean="0"/>
              <a:t>‹#›</a:t>
            </a:fld>
            <a:endParaRPr lang="es-ES"/>
          </a:p>
        </p:txBody>
      </p:sp>
    </p:spTree>
    <p:extLst>
      <p:ext uri="{BB962C8B-B14F-4D97-AF65-F5344CB8AC3E}">
        <p14:creationId xmlns:p14="http://schemas.microsoft.com/office/powerpoint/2010/main" val="14209827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226697-485F-3968-390A-03323E33EE2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E3EA9731-7B97-BDB4-909F-BD3A4419B4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4CB003C2-4330-FA9D-4AFB-7A5C7010B4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8F4D8EB-C146-01BD-22A8-59C22D372384}"/>
              </a:ext>
            </a:extLst>
          </p:cNvPr>
          <p:cNvSpPr>
            <a:spLocks noGrp="1"/>
          </p:cNvSpPr>
          <p:nvPr>
            <p:ph type="dt" sz="half" idx="10"/>
          </p:nvPr>
        </p:nvSpPr>
        <p:spPr/>
        <p:txBody>
          <a:bodyPr/>
          <a:lstStyle/>
          <a:p>
            <a:fld id="{63F0A4D5-7807-42FF-B242-04F7E911DEC8}" type="datetimeFigureOut">
              <a:rPr lang="es-ES" smtClean="0"/>
              <a:t>06/02/2024</a:t>
            </a:fld>
            <a:endParaRPr lang="es-ES"/>
          </a:p>
        </p:txBody>
      </p:sp>
      <p:sp>
        <p:nvSpPr>
          <p:cNvPr id="6" name="Marcador de pie de página 5">
            <a:extLst>
              <a:ext uri="{FF2B5EF4-FFF2-40B4-BE49-F238E27FC236}">
                <a16:creationId xmlns:a16="http://schemas.microsoft.com/office/drawing/2014/main" id="{F9EAD17E-1DD5-08A9-06CA-7969F6D8090B}"/>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7F8D970-D403-F0DC-1DAE-7AEEE277952A}"/>
              </a:ext>
            </a:extLst>
          </p:cNvPr>
          <p:cNvSpPr>
            <a:spLocks noGrp="1"/>
          </p:cNvSpPr>
          <p:nvPr>
            <p:ph type="sldNum" sz="quarter" idx="12"/>
          </p:nvPr>
        </p:nvSpPr>
        <p:spPr/>
        <p:txBody>
          <a:bodyPr/>
          <a:lstStyle/>
          <a:p>
            <a:fld id="{8B4BCB55-3E5B-4BEA-902B-C4784F9C2F96}" type="slidenum">
              <a:rPr lang="es-ES" smtClean="0"/>
              <a:t>‹#›</a:t>
            </a:fld>
            <a:endParaRPr lang="es-ES"/>
          </a:p>
        </p:txBody>
      </p:sp>
    </p:spTree>
    <p:extLst>
      <p:ext uri="{BB962C8B-B14F-4D97-AF65-F5344CB8AC3E}">
        <p14:creationId xmlns:p14="http://schemas.microsoft.com/office/powerpoint/2010/main" val="2397056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9F65BD-628D-E922-BA82-CA6725B31193}"/>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C64A8FC9-9A94-3CA4-3FCC-394DF6B0A750}"/>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C5E9574E-CCC6-9B34-6045-506635F3F162}"/>
              </a:ext>
            </a:extLst>
          </p:cNvPr>
          <p:cNvSpPr>
            <a:spLocks noGrp="1"/>
          </p:cNvSpPr>
          <p:nvPr>
            <p:ph type="dt" sz="half" idx="10"/>
          </p:nvPr>
        </p:nvSpPr>
        <p:spPr/>
        <p:txBody>
          <a:bodyPr/>
          <a:lstStyle/>
          <a:p>
            <a:fld id="{63F0A4D5-7807-42FF-B242-04F7E911DEC8}" type="datetimeFigureOut">
              <a:rPr lang="es-ES" smtClean="0"/>
              <a:t>06/02/2024</a:t>
            </a:fld>
            <a:endParaRPr lang="es-ES"/>
          </a:p>
        </p:txBody>
      </p:sp>
      <p:sp>
        <p:nvSpPr>
          <p:cNvPr id="5" name="Marcador de pie de página 4">
            <a:extLst>
              <a:ext uri="{FF2B5EF4-FFF2-40B4-BE49-F238E27FC236}">
                <a16:creationId xmlns:a16="http://schemas.microsoft.com/office/drawing/2014/main" id="{E9BD7D83-FE9B-84B3-50BF-4F92CAD027AF}"/>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E0456D6-D8DA-AC19-5E58-3237E14D16FF}"/>
              </a:ext>
            </a:extLst>
          </p:cNvPr>
          <p:cNvSpPr>
            <a:spLocks noGrp="1"/>
          </p:cNvSpPr>
          <p:nvPr>
            <p:ph type="sldNum" sz="quarter" idx="12"/>
          </p:nvPr>
        </p:nvSpPr>
        <p:spPr/>
        <p:txBody>
          <a:bodyPr/>
          <a:lstStyle/>
          <a:p>
            <a:fld id="{8B4BCB55-3E5B-4BEA-902B-C4784F9C2F96}" type="slidenum">
              <a:rPr lang="es-ES" smtClean="0"/>
              <a:t>‹#›</a:t>
            </a:fld>
            <a:endParaRPr lang="es-ES"/>
          </a:p>
        </p:txBody>
      </p:sp>
    </p:spTree>
    <p:extLst>
      <p:ext uri="{BB962C8B-B14F-4D97-AF65-F5344CB8AC3E}">
        <p14:creationId xmlns:p14="http://schemas.microsoft.com/office/powerpoint/2010/main" val="3159118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4E7FF9D0-3E38-B92E-05C0-F1F67AEA490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4A88C3AB-DAE6-A90B-9372-C1E3510A923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C599FB48-9B57-EC84-536F-F517D488096A}"/>
              </a:ext>
            </a:extLst>
          </p:cNvPr>
          <p:cNvSpPr>
            <a:spLocks noGrp="1"/>
          </p:cNvSpPr>
          <p:nvPr>
            <p:ph type="dt" sz="half" idx="10"/>
          </p:nvPr>
        </p:nvSpPr>
        <p:spPr/>
        <p:txBody>
          <a:bodyPr/>
          <a:lstStyle/>
          <a:p>
            <a:fld id="{63F0A4D5-7807-42FF-B242-04F7E911DEC8}" type="datetimeFigureOut">
              <a:rPr lang="es-ES" smtClean="0"/>
              <a:t>06/02/2024</a:t>
            </a:fld>
            <a:endParaRPr lang="es-ES"/>
          </a:p>
        </p:txBody>
      </p:sp>
      <p:sp>
        <p:nvSpPr>
          <p:cNvPr id="5" name="Marcador de pie de página 4">
            <a:extLst>
              <a:ext uri="{FF2B5EF4-FFF2-40B4-BE49-F238E27FC236}">
                <a16:creationId xmlns:a16="http://schemas.microsoft.com/office/drawing/2014/main" id="{016029B3-A299-558B-CA31-16D75E81A829}"/>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1C3362EF-DAC0-01B4-F987-34BE211AE01C}"/>
              </a:ext>
            </a:extLst>
          </p:cNvPr>
          <p:cNvSpPr>
            <a:spLocks noGrp="1"/>
          </p:cNvSpPr>
          <p:nvPr>
            <p:ph type="sldNum" sz="quarter" idx="12"/>
          </p:nvPr>
        </p:nvSpPr>
        <p:spPr/>
        <p:txBody>
          <a:bodyPr/>
          <a:lstStyle/>
          <a:p>
            <a:fld id="{8B4BCB55-3E5B-4BEA-902B-C4784F9C2F96}" type="slidenum">
              <a:rPr lang="es-ES" smtClean="0"/>
              <a:t>‹#›</a:t>
            </a:fld>
            <a:endParaRPr lang="es-ES"/>
          </a:p>
        </p:txBody>
      </p:sp>
    </p:spTree>
    <p:extLst>
      <p:ext uri="{BB962C8B-B14F-4D97-AF65-F5344CB8AC3E}">
        <p14:creationId xmlns:p14="http://schemas.microsoft.com/office/powerpoint/2010/main" val="16345753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5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74834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2/6/2024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3156773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7050" b="1" i="0">
                <a:solidFill>
                  <a:srgbClr val="6685C2"/>
                </a:solidFill>
                <a:latin typeface="Roboto Black"/>
                <a:cs typeface="Roboto Black"/>
              </a:defRPr>
            </a:lvl1pPr>
          </a:lstStyle>
          <a:p>
            <a:endParaRPr/>
          </a:p>
        </p:txBody>
      </p:sp>
      <p:sp>
        <p:nvSpPr>
          <p:cNvPr id="3" name="Holder 3"/>
          <p:cNvSpPr>
            <a:spLocks noGrp="1"/>
          </p:cNvSpPr>
          <p:nvPr>
            <p:ph type="body" idx="1"/>
          </p:nvPr>
        </p:nvSpPr>
        <p:spPr/>
        <p:txBody>
          <a:bodyPr lIns="0" tIns="0" rIns="0" bIns="0"/>
          <a:lstStyle>
            <a:lvl1pPr>
              <a:defRPr sz="2400" b="1" i="0">
                <a:solidFill>
                  <a:srgbClr val="6685C2"/>
                </a:solidFill>
                <a:latin typeface="Roboto Black"/>
                <a:cs typeface="Roboto Black"/>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2/6/2024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2055760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7050" b="1" i="0">
                <a:solidFill>
                  <a:srgbClr val="6685C2"/>
                </a:solidFill>
                <a:latin typeface="Roboto Black"/>
                <a:cs typeface="Roboto Black"/>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2/6/2024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6205976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155" y="0"/>
            <a:ext cx="6694170" cy="6856730"/>
          </a:xfrm>
          <a:custGeom>
            <a:avLst/>
            <a:gdLst/>
            <a:ahLst/>
            <a:cxnLst/>
            <a:rect l="l" t="t" r="r" b="b"/>
            <a:pathLst>
              <a:path w="6694170" h="6856730">
                <a:moveTo>
                  <a:pt x="6693801" y="0"/>
                </a:moveTo>
                <a:lnTo>
                  <a:pt x="0" y="0"/>
                </a:lnTo>
                <a:lnTo>
                  <a:pt x="0" y="6856641"/>
                </a:lnTo>
                <a:lnTo>
                  <a:pt x="6693801" y="6856641"/>
                </a:lnTo>
                <a:lnTo>
                  <a:pt x="6693801" y="0"/>
                </a:lnTo>
                <a:close/>
              </a:path>
            </a:pathLst>
          </a:custGeom>
          <a:solidFill>
            <a:srgbClr val="6685C2"/>
          </a:solidFill>
        </p:spPr>
        <p:txBody>
          <a:bodyPr wrap="square" lIns="0" tIns="0" rIns="0" bIns="0" rtlCol="0"/>
          <a:lstStyle/>
          <a:p>
            <a:endParaRPr/>
          </a:p>
        </p:txBody>
      </p:sp>
      <p:sp>
        <p:nvSpPr>
          <p:cNvPr id="17" name="bg object 17"/>
          <p:cNvSpPr/>
          <p:nvPr/>
        </p:nvSpPr>
        <p:spPr>
          <a:xfrm>
            <a:off x="17694" y="2275502"/>
            <a:ext cx="2221865" cy="2290445"/>
          </a:xfrm>
          <a:custGeom>
            <a:avLst/>
            <a:gdLst/>
            <a:ahLst/>
            <a:cxnLst/>
            <a:rect l="l" t="t" r="r" b="b"/>
            <a:pathLst>
              <a:path w="2221865" h="2290445">
                <a:moveTo>
                  <a:pt x="2221585" y="0"/>
                </a:moveTo>
                <a:lnTo>
                  <a:pt x="2087499" y="0"/>
                </a:lnTo>
                <a:lnTo>
                  <a:pt x="2045320" y="1119"/>
                </a:lnTo>
                <a:lnTo>
                  <a:pt x="1996934" y="1440"/>
                </a:lnTo>
                <a:lnTo>
                  <a:pt x="1927463" y="3052"/>
                </a:lnTo>
                <a:lnTo>
                  <a:pt x="1857543" y="6400"/>
                </a:lnTo>
                <a:lnTo>
                  <a:pt x="1787289" y="11613"/>
                </a:lnTo>
                <a:lnTo>
                  <a:pt x="1716812" y="18818"/>
                </a:lnTo>
                <a:lnTo>
                  <a:pt x="1646226" y="28144"/>
                </a:lnTo>
                <a:lnTo>
                  <a:pt x="1575644" y="39720"/>
                </a:lnTo>
                <a:lnTo>
                  <a:pt x="1505179" y="53675"/>
                </a:lnTo>
                <a:lnTo>
                  <a:pt x="1434943" y="70136"/>
                </a:lnTo>
                <a:lnTo>
                  <a:pt x="1365050" y="89232"/>
                </a:lnTo>
                <a:lnTo>
                  <a:pt x="1295613" y="111092"/>
                </a:lnTo>
                <a:lnTo>
                  <a:pt x="1226745" y="135844"/>
                </a:lnTo>
                <a:lnTo>
                  <a:pt x="1158558" y="163617"/>
                </a:lnTo>
                <a:lnTo>
                  <a:pt x="1091166" y="194539"/>
                </a:lnTo>
                <a:lnTo>
                  <a:pt x="1024681" y="228739"/>
                </a:lnTo>
                <a:lnTo>
                  <a:pt x="959217" y="266345"/>
                </a:lnTo>
                <a:lnTo>
                  <a:pt x="894886" y="307485"/>
                </a:lnTo>
                <a:lnTo>
                  <a:pt x="863181" y="329421"/>
                </a:lnTo>
                <a:lnTo>
                  <a:pt x="831802" y="352289"/>
                </a:lnTo>
                <a:lnTo>
                  <a:pt x="800763" y="376105"/>
                </a:lnTo>
                <a:lnTo>
                  <a:pt x="770077" y="400885"/>
                </a:lnTo>
                <a:lnTo>
                  <a:pt x="739760" y="426645"/>
                </a:lnTo>
                <a:lnTo>
                  <a:pt x="709825" y="453401"/>
                </a:lnTo>
                <a:lnTo>
                  <a:pt x="680287" y="481169"/>
                </a:lnTo>
                <a:lnTo>
                  <a:pt x="651158" y="509966"/>
                </a:lnTo>
                <a:lnTo>
                  <a:pt x="622455" y="539806"/>
                </a:lnTo>
                <a:lnTo>
                  <a:pt x="594190" y="570707"/>
                </a:lnTo>
                <a:lnTo>
                  <a:pt x="566378" y="602685"/>
                </a:lnTo>
                <a:lnTo>
                  <a:pt x="539033" y="635755"/>
                </a:lnTo>
                <a:lnTo>
                  <a:pt x="512169" y="669934"/>
                </a:lnTo>
                <a:lnTo>
                  <a:pt x="485800" y="705237"/>
                </a:lnTo>
                <a:lnTo>
                  <a:pt x="459941" y="741681"/>
                </a:lnTo>
                <a:lnTo>
                  <a:pt x="434605" y="779282"/>
                </a:lnTo>
                <a:lnTo>
                  <a:pt x="409807" y="818055"/>
                </a:lnTo>
                <a:lnTo>
                  <a:pt x="385560" y="858017"/>
                </a:lnTo>
                <a:lnTo>
                  <a:pt x="361879" y="899185"/>
                </a:lnTo>
                <a:lnTo>
                  <a:pt x="338778" y="941573"/>
                </a:lnTo>
                <a:lnTo>
                  <a:pt x="316271" y="985198"/>
                </a:lnTo>
                <a:lnTo>
                  <a:pt x="294373" y="1030077"/>
                </a:lnTo>
                <a:lnTo>
                  <a:pt x="273096" y="1076225"/>
                </a:lnTo>
                <a:lnTo>
                  <a:pt x="252456" y="1123658"/>
                </a:lnTo>
                <a:lnTo>
                  <a:pt x="232467" y="1172392"/>
                </a:lnTo>
                <a:lnTo>
                  <a:pt x="213142" y="1222443"/>
                </a:lnTo>
                <a:lnTo>
                  <a:pt x="194496" y="1273829"/>
                </a:lnTo>
                <a:lnTo>
                  <a:pt x="176543" y="1326563"/>
                </a:lnTo>
                <a:lnTo>
                  <a:pt x="159297" y="1380663"/>
                </a:lnTo>
                <a:lnTo>
                  <a:pt x="142772" y="1436145"/>
                </a:lnTo>
                <a:lnTo>
                  <a:pt x="126983" y="1493024"/>
                </a:lnTo>
                <a:lnTo>
                  <a:pt x="111942" y="1551318"/>
                </a:lnTo>
                <a:lnTo>
                  <a:pt x="97666" y="1611041"/>
                </a:lnTo>
                <a:lnTo>
                  <a:pt x="84167" y="1672210"/>
                </a:lnTo>
                <a:lnTo>
                  <a:pt x="71459" y="1734840"/>
                </a:lnTo>
                <a:lnTo>
                  <a:pt x="59558" y="1798949"/>
                </a:lnTo>
                <a:lnTo>
                  <a:pt x="48477" y="1864552"/>
                </a:lnTo>
                <a:lnTo>
                  <a:pt x="38230" y="1931665"/>
                </a:lnTo>
                <a:lnTo>
                  <a:pt x="28831" y="2000304"/>
                </a:lnTo>
                <a:lnTo>
                  <a:pt x="20294" y="2070486"/>
                </a:lnTo>
                <a:lnTo>
                  <a:pt x="12634" y="2142226"/>
                </a:lnTo>
                <a:lnTo>
                  <a:pt x="5864" y="2215540"/>
                </a:lnTo>
                <a:lnTo>
                  <a:pt x="0" y="2290445"/>
                </a:lnTo>
                <a:lnTo>
                  <a:pt x="2221585" y="2290445"/>
                </a:lnTo>
                <a:lnTo>
                  <a:pt x="2221585" y="0"/>
                </a:lnTo>
                <a:close/>
              </a:path>
            </a:pathLst>
          </a:custGeom>
          <a:solidFill>
            <a:srgbClr val="EBA900"/>
          </a:solidFill>
        </p:spPr>
        <p:txBody>
          <a:bodyPr wrap="square" lIns="0" tIns="0" rIns="0" bIns="0" rtlCol="0"/>
          <a:lstStyle/>
          <a:p>
            <a:endParaRPr/>
          </a:p>
        </p:txBody>
      </p:sp>
      <p:sp>
        <p:nvSpPr>
          <p:cNvPr id="18" name="bg object 18"/>
          <p:cNvSpPr/>
          <p:nvPr/>
        </p:nvSpPr>
        <p:spPr>
          <a:xfrm>
            <a:off x="2239363" y="2275471"/>
            <a:ext cx="2227580" cy="2286635"/>
          </a:xfrm>
          <a:custGeom>
            <a:avLst/>
            <a:gdLst/>
            <a:ahLst/>
            <a:cxnLst/>
            <a:rect l="l" t="t" r="r" b="b"/>
            <a:pathLst>
              <a:path w="2227579" h="2286635">
                <a:moveTo>
                  <a:pt x="2227287" y="0"/>
                </a:moveTo>
                <a:lnTo>
                  <a:pt x="0" y="0"/>
                </a:lnTo>
                <a:lnTo>
                  <a:pt x="52050" y="834"/>
                </a:lnTo>
                <a:lnTo>
                  <a:pt x="103328" y="3314"/>
                </a:lnTo>
                <a:lnTo>
                  <a:pt x="153841" y="7406"/>
                </a:lnTo>
                <a:lnTo>
                  <a:pt x="203597" y="13076"/>
                </a:lnTo>
                <a:lnTo>
                  <a:pt x="252602" y="20288"/>
                </a:lnTo>
                <a:lnTo>
                  <a:pt x="300863" y="29010"/>
                </a:lnTo>
                <a:lnTo>
                  <a:pt x="348388" y="39206"/>
                </a:lnTo>
                <a:lnTo>
                  <a:pt x="395184" y="50843"/>
                </a:lnTo>
                <a:lnTo>
                  <a:pt x="441258" y="63885"/>
                </a:lnTo>
                <a:lnTo>
                  <a:pt x="486616" y="78300"/>
                </a:lnTo>
                <a:lnTo>
                  <a:pt x="531267" y="94052"/>
                </a:lnTo>
                <a:lnTo>
                  <a:pt x="575216" y="111107"/>
                </a:lnTo>
                <a:lnTo>
                  <a:pt x="618472" y="129432"/>
                </a:lnTo>
                <a:lnTo>
                  <a:pt x="661041" y="148991"/>
                </a:lnTo>
                <a:lnTo>
                  <a:pt x="702931" y="169751"/>
                </a:lnTo>
                <a:lnTo>
                  <a:pt x="744148" y="191677"/>
                </a:lnTo>
                <a:lnTo>
                  <a:pt x="784699" y="214736"/>
                </a:lnTo>
                <a:lnTo>
                  <a:pt x="824593" y="238891"/>
                </a:lnTo>
                <a:lnTo>
                  <a:pt x="863835" y="264111"/>
                </a:lnTo>
                <a:lnTo>
                  <a:pt x="902433" y="290360"/>
                </a:lnTo>
                <a:lnTo>
                  <a:pt x="940395" y="317603"/>
                </a:lnTo>
                <a:lnTo>
                  <a:pt x="977726" y="345808"/>
                </a:lnTo>
                <a:lnTo>
                  <a:pt x="1014435" y="374938"/>
                </a:lnTo>
                <a:lnTo>
                  <a:pt x="1050528" y="404962"/>
                </a:lnTo>
                <a:lnTo>
                  <a:pt x="1086013" y="435842"/>
                </a:lnTo>
                <a:lnTo>
                  <a:pt x="1120896" y="467547"/>
                </a:lnTo>
                <a:lnTo>
                  <a:pt x="1155185" y="500041"/>
                </a:lnTo>
                <a:lnTo>
                  <a:pt x="1188886" y="533290"/>
                </a:lnTo>
                <a:lnTo>
                  <a:pt x="1222008" y="567260"/>
                </a:lnTo>
                <a:lnTo>
                  <a:pt x="1254556" y="601917"/>
                </a:lnTo>
                <a:lnTo>
                  <a:pt x="1286539" y="637226"/>
                </a:lnTo>
                <a:lnTo>
                  <a:pt x="1317963" y="673153"/>
                </a:lnTo>
                <a:lnTo>
                  <a:pt x="1348835" y="709664"/>
                </a:lnTo>
                <a:lnTo>
                  <a:pt x="1379163" y="746725"/>
                </a:lnTo>
                <a:lnTo>
                  <a:pt x="1408953" y="784300"/>
                </a:lnTo>
                <a:lnTo>
                  <a:pt x="1438213" y="822357"/>
                </a:lnTo>
                <a:lnTo>
                  <a:pt x="1466950" y="860861"/>
                </a:lnTo>
                <a:lnTo>
                  <a:pt x="1495170" y="899777"/>
                </a:lnTo>
                <a:lnTo>
                  <a:pt x="1522881" y="939072"/>
                </a:lnTo>
                <a:lnTo>
                  <a:pt x="1550091" y="978710"/>
                </a:lnTo>
                <a:lnTo>
                  <a:pt x="1576805" y="1018658"/>
                </a:lnTo>
                <a:lnTo>
                  <a:pt x="1603032" y="1058882"/>
                </a:lnTo>
                <a:lnTo>
                  <a:pt x="1628778" y="1099347"/>
                </a:lnTo>
                <a:lnTo>
                  <a:pt x="1654051" y="1140019"/>
                </a:lnTo>
                <a:lnTo>
                  <a:pt x="1678857" y="1180863"/>
                </a:lnTo>
                <a:lnTo>
                  <a:pt x="1703204" y="1221846"/>
                </a:lnTo>
                <a:lnTo>
                  <a:pt x="1727099" y="1262934"/>
                </a:lnTo>
                <a:lnTo>
                  <a:pt x="1750549" y="1304091"/>
                </a:lnTo>
                <a:lnTo>
                  <a:pt x="1773561" y="1345283"/>
                </a:lnTo>
                <a:lnTo>
                  <a:pt x="1796141" y="1386477"/>
                </a:lnTo>
                <a:lnTo>
                  <a:pt x="1818298" y="1427639"/>
                </a:lnTo>
                <a:lnTo>
                  <a:pt x="1840039" y="1468733"/>
                </a:lnTo>
                <a:lnTo>
                  <a:pt x="1861369" y="1509725"/>
                </a:lnTo>
                <a:lnTo>
                  <a:pt x="1882298" y="1550582"/>
                </a:lnTo>
                <a:lnTo>
                  <a:pt x="1902831" y="1591269"/>
                </a:lnTo>
                <a:lnTo>
                  <a:pt x="1942739" y="1671997"/>
                </a:lnTo>
                <a:lnTo>
                  <a:pt x="1981151" y="1751633"/>
                </a:lnTo>
                <a:lnTo>
                  <a:pt x="2018124" y="1829905"/>
                </a:lnTo>
                <a:lnTo>
                  <a:pt x="2071008" y="1944153"/>
                </a:lnTo>
                <a:lnTo>
                  <a:pt x="2198285" y="2223751"/>
                </a:lnTo>
                <a:lnTo>
                  <a:pt x="2227287" y="2286469"/>
                </a:lnTo>
                <a:lnTo>
                  <a:pt x="2227287" y="0"/>
                </a:lnTo>
                <a:close/>
              </a:path>
            </a:pathLst>
          </a:custGeom>
          <a:solidFill>
            <a:srgbClr val="A0B6DE"/>
          </a:solidFill>
        </p:spPr>
        <p:txBody>
          <a:bodyPr wrap="square" lIns="0" tIns="0" rIns="0" bIns="0" rtlCol="0"/>
          <a:lstStyle/>
          <a:p>
            <a:endParaRPr/>
          </a:p>
        </p:txBody>
      </p:sp>
      <p:sp>
        <p:nvSpPr>
          <p:cNvPr id="19" name="bg object 19"/>
          <p:cNvSpPr/>
          <p:nvPr/>
        </p:nvSpPr>
        <p:spPr>
          <a:xfrm>
            <a:off x="2239363" y="2275502"/>
            <a:ext cx="2227580" cy="2290445"/>
          </a:xfrm>
          <a:custGeom>
            <a:avLst/>
            <a:gdLst/>
            <a:ahLst/>
            <a:cxnLst/>
            <a:rect l="l" t="t" r="r" b="b"/>
            <a:pathLst>
              <a:path w="2227579" h="2290445">
                <a:moveTo>
                  <a:pt x="0" y="0"/>
                </a:moveTo>
                <a:lnTo>
                  <a:pt x="0" y="2290445"/>
                </a:lnTo>
                <a:lnTo>
                  <a:pt x="2227287" y="2290445"/>
                </a:lnTo>
                <a:lnTo>
                  <a:pt x="2227287" y="2286469"/>
                </a:lnTo>
                <a:lnTo>
                  <a:pt x="2168213" y="2157886"/>
                </a:lnTo>
                <a:lnTo>
                  <a:pt x="2071008" y="1944153"/>
                </a:lnTo>
                <a:lnTo>
                  <a:pt x="2018124" y="1829905"/>
                </a:lnTo>
                <a:lnTo>
                  <a:pt x="1981151" y="1751633"/>
                </a:lnTo>
                <a:lnTo>
                  <a:pt x="1942739" y="1671997"/>
                </a:lnTo>
                <a:lnTo>
                  <a:pt x="1902831" y="1591269"/>
                </a:lnTo>
                <a:lnTo>
                  <a:pt x="1882298" y="1550582"/>
                </a:lnTo>
                <a:lnTo>
                  <a:pt x="1861369" y="1509725"/>
                </a:lnTo>
                <a:lnTo>
                  <a:pt x="1840039" y="1468733"/>
                </a:lnTo>
                <a:lnTo>
                  <a:pt x="1818298" y="1427639"/>
                </a:lnTo>
                <a:lnTo>
                  <a:pt x="1796141" y="1386477"/>
                </a:lnTo>
                <a:lnTo>
                  <a:pt x="1773561" y="1345283"/>
                </a:lnTo>
                <a:lnTo>
                  <a:pt x="1750549" y="1304091"/>
                </a:lnTo>
                <a:lnTo>
                  <a:pt x="1727099" y="1262934"/>
                </a:lnTo>
                <a:lnTo>
                  <a:pt x="1703204" y="1221846"/>
                </a:lnTo>
                <a:lnTo>
                  <a:pt x="1678857" y="1180863"/>
                </a:lnTo>
                <a:lnTo>
                  <a:pt x="1654051" y="1140019"/>
                </a:lnTo>
                <a:lnTo>
                  <a:pt x="1628778" y="1099347"/>
                </a:lnTo>
                <a:lnTo>
                  <a:pt x="1603032" y="1058882"/>
                </a:lnTo>
                <a:lnTo>
                  <a:pt x="1576805" y="1018658"/>
                </a:lnTo>
                <a:lnTo>
                  <a:pt x="1550091" y="978710"/>
                </a:lnTo>
                <a:lnTo>
                  <a:pt x="1522881" y="939072"/>
                </a:lnTo>
                <a:lnTo>
                  <a:pt x="1495170" y="899777"/>
                </a:lnTo>
                <a:lnTo>
                  <a:pt x="1466950" y="860861"/>
                </a:lnTo>
                <a:lnTo>
                  <a:pt x="1438213" y="822357"/>
                </a:lnTo>
                <a:lnTo>
                  <a:pt x="1408953" y="784300"/>
                </a:lnTo>
                <a:lnTo>
                  <a:pt x="1379163" y="746725"/>
                </a:lnTo>
                <a:lnTo>
                  <a:pt x="1348835" y="709664"/>
                </a:lnTo>
                <a:lnTo>
                  <a:pt x="1317963" y="673153"/>
                </a:lnTo>
                <a:lnTo>
                  <a:pt x="1286539" y="637226"/>
                </a:lnTo>
                <a:lnTo>
                  <a:pt x="1254556" y="601917"/>
                </a:lnTo>
                <a:lnTo>
                  <a:pt x="1222008" y="567260"/>
                </a:lnTo>
                <a:lnTo>
                  <a:pt x="1188886" y="533290"/>
                </a:lnTo>
                <a:lnTo>
                  <a:pt x="1155185" y="500041"/>
                </a:lnTo>
                <a:lnTo>
                  <a:pt x="1120896" y="467547"/>
                </a:lnTo>
                <a:lnTo>
                  <a:pt x="1086013" y="435842"/>
                </a:lnTo>
                <a:lnTo>
                  <a:pt x="1050528" y="404962"/>
                </a:lnTo>
                <a:lnTo>
                  <a:pt x="1014435" y="374938"/>
                </a:lnTo>
                <a:lnTo>
                  <a:pt x="977726" y="345808"/>
                </a:lnTo>
                <a:lnTo>
                  <a:pt x="940395" y="317603"/>
                </a:lnTo>
                <a:lnTo>
                  <a:pt x="902433" y="290360"/>
                </a:lnTo>
                <a:lnTo>
                  <a:pt x="863835" y="264111"/>
                </a:lnTo>
                <a:lnTo>
                  <a:pt x="824593" y="238891"/>
                </a:lnTo>
                <a:lnTo>
                  <a:pt x="784699" y="214736"/>
                </a:lnTo>
                <a:lnTo>
                  <a:pt x="744148" y="191677"/>
                </a:lnTo>
                <a:lnTo>
                  <a:pt x="702931" y="169751"/>
                </a:lnTo>
                <a:lnTo>
                  <a:pt x="661041" y="148991"/>
                </a:lnTo>
                <a:lnTo>
                  <a:pt x="618472" y="129432"/>
                </a:lnTo>
                <a:lnTo>
                  <a:pt x="575216" y="111107"/>
                </a:lnTo>
                <a:lnTo>
                  <a:pt x="531267" y="94052"/>
                </a:lnTo>
                <a:lnTo>
                  <a:pt x="486616" y="78300"/>
                </a:lnTo>
                <a:lnTo>
                  <a:pt x="441258" y="63885"/>
                </a:lnTo>
                <a:lnTo>
                  <a:pt x="395184" y="50843"/>
                </a:lnTo>
                <a:lnTo>
                  <a:pt x="348388" y="39206"/>
                </a:lnTo>
                <a:lnTo>
                  <a:pt x="300863" y="29010"/>
                </a:lnTo>
                <a:lnTo>
                  <a:pt x="252602" y="20288"/>
                </a:lnTo>
                <a:lnTo>
                  <a:pt x="203597" y="13076"/>
                </a:lnTo>
                <a:lnTo>
                  <a:pt x="153841" y="7406"/>
                </a:lnTo>
                <a:lnTo>
                  <a:pt x="103328" y="3314"/>
                </a:lnTo>
                <a:lnTo>
                  <a:pt x="52050" y="834"/>
                </a:lnTo>
                <a:lnTo>
                  <a:pt x="0" y="0"/>
                </a:lnTo>
                <a:close/>
              </a:path>
            </a:pathLst>
          </a:custGeom>
          <a:solidFill>
            <a:srgbClr val="0081B2">
              <a:alpha val="79998"/>
            </a:srgbClr>
          </a:solidFill>
        </p:spPr>
        <p:txBody>
          <a:bodyPr wrap="square" lIns="0" tIns="0" rIns="0" bIns="0" rtlCol="0"/>
          <a:lstStyle/>
          <a:p>
            <a:endParaRPr/>
          </a:p>
        </p:txBody>
      </p:sp>
      <p:sp>
        <p:nvSpPr>
          <p:cNvPr id="20" name="bg object 20"/>
          <p:cNvSpPr/>
          <p:nvPr/>
        </p:nvSpPr>
        <p:spPr>
          <a:xfrm>
            <a:off x="10189" y="4565947"/>
            <a:ext cx="2229485" cy="2291080"/>
          </a:xfrm>
          <a:custGeom>
            <a:avLst/>
            <a:gdLst/>
            <a:ahLst/>
            <a:cxnLst/>
            <a:rect l="l" t="t" r="r" b="b"/>
            <a:pathLst>
              <a:path w="2229485" h="2291079">
                <a:moveTo>
                  <a:pt x="2229091" y="0"/>
                </a:moveTo>
                <a:lnTo>
                  <a:pt x="7505" y="0"/>
                </a:lnTo>
                <a:lnTo>
                  <a:pt x="0" y="0"/>
                </a:lnTo>
                <a:lnTo>
                  <a:pt x="0" y="2290686"/>
                </a:lnTo>
                <a:lnTo>
                  <a:pt x="2229091" y="2290686"/>
                </a:lnTo>
                <a:lnTo>
                  <a:pt x="2229091" y="0"/>
                </a:lnTo>
                <a:close/>
              </a:path>
            </a:pathLst>
          </a:custGeom>
          <a:solidFill>
            <a:srgbClr val="0081B2">
              <a:alpha val="89999"/>
            </a:srgbClr>
          </a:solidFill>
        </p:spPr>
        <p:txBody>
          <a:bodyPr wrap="square" lIns="0" tIns="0" rIns="0" bIns="0" rtlCol="0"/>
          <a:lstStyle/>
          <a:p>
            <a:endParaRPr/>
          </a:p>
        </p:txBody>
      </p:sp>
      <p:sp>
        <p:nvSpPr>
          <p:cNvPr id="21" name="bg object 21"/>
          <p:cNvSpPr/>
          <p:nvPr/>
        </p:nvSpPr>
        <p:spPr>
          <a:xfrm>
            <a:off x="1146" y="0"/>
            <a:ext cx="2235835" cy="2287905"/>
          </a:xfrm>
          <a:custGeom>
            <a:avLst/>
            <a:gdLst/>
            <a:ahLst/>
            <a:cxnLst/>
            <a:rect l="l" t="t" r="r" b="b"/>
            <a:pathLst>
              <a:path w="2235835" h="2287905">
                <a:moveTo>
                  <a:pt x="2235682" y="0"/>
                </a:moveTo>
                <a:lnTo>
                  <a:pt x="0" y="0"/>
                </a:lnTo>
                <a:lnTo>
                  <a:pt x="0" y="2287474"/>
                </a:lnTo>
                <a:lnTo>
                  <a:pt x="2235682" y="2287474"/>
                </a:lnTo>
                <a:lnTo>
                  <a:pt x="2235682" y="0"/>
                </a:lnTo>
                <a:close/>
              </a:path>
            </a:pathLst>
          </a:custGeom>
          <a:solidFill>
            <a:srgbClr val="7E9ED3"/>
          </a:solidFill>
        </p:spPr>
        <p:txBody>
          <a:bodyPr wrap="square" lIns="0" tIns="0" rIns="0" bIns="0" rtlCol="0"/>
          <a:lstStyle/>
          <a:p>
            <a:endParaRPr/>
          </a:p>
        </p:txBody>
      </p:sp>
      <p:sp>
        <p:nvSpPr>
          <p:cNvPr id="22" name="bg object 22"/>
          <p:cNvSpPr/>
          <p:nvPr/>
        </p:nvSpPr>
        <p:spPr>
          <a:xfrm>
            <a:off x="2233129" y="0"/>
            <a:ext cx="2235835" cy="2287905"/>
          </a:xfrm>
          <a:custGeom>
            <a:avLst/>
            <a:gdLst/>
            <a:ahLst/>
            <a:cxnLst/>
            <a:rect l="l" t="t" r="r" b="b"/>
            <a:pathLst>
              <a:path w="2235835" h="2287905">
                <a:moveTo>
                  <a:pt x="2235669" y="0"/>
                </a:moveTo>
                <a:lnTo>
                  <a:pt x="0" y="0"/>
                </a:lnTo>
                <a:lnTo>
                  <a:pt x="0" y="2287473"/>
                </a:lnTo>
                <a:lnTo>
                  <a:pt x="2235669" y="2287473"/>
                </a:lnTo>
                <a:lnTo>
                  <a:pt x="2235669" y="0"/>
                </a:lnTo>
                <a:close/>
              </a:path>
            </a:pathLst>
          </a:custGeom>
          <a:solidFill>
            <a:srgbClr val="21274A">
              <a:alpha val="29998"/>
            </a:srgbClr>
          </a:solidFill>
        </p:spPr>
        <p:txBody>
          <a:bodyPr wrap="square" lIns="0" tIns="0" rIns="0" bIns="0" rtlCol="0"/>
          <a:lstStyle/>
          <a:p>
            <a:endParaRPr/>
          </a:p>
        </p:txBody>
      </p:sp>
      <p:sp>
        <p:nvSpPr>
          <p:cNvPr id="23" name="bg object 23"/>
          <p:cNvSpPr/>
          <p:nvPr/>
        </p:nvSpPr>
        <p:spPr>
          <a:xfrm>
            <a:off x="4459281" y="0"/>
            <a:ext cx="2235835" cy="2287905"/>
          </a:xfrm>
          <a:custGeom>
            <a:avLst/>
            <a:gdLst/>
            <a:ahLst/>
            <a:cxnLst/>
            <a:rect l="l" t="t" r="r" b="b"/>
            <a:pathLst>
              <a:path w="2235834" h="2287905">
                <a:moveTo>
                  <a:pt x="2235682" y="0"/>
                </a:moveTo>
                <a:lnTo>
                  <a:pt x="0" y="0"/>
                </a:lnTo>
                <a:lnTo>
                  <a:pt x="0" y="2287474"/>
                </a:lnTo>
                <a:lnTo>
                  <a:pt x="2235682" y="2287474"/>
                </a:lnTo>
                <a:lnTo>
                  <a:pt x="2235682" y="0"/>
                </a:lnTo>
                <a:close/>
              </a:path>
            </a:pathLst>
          </a:custGeom>
          <a:solidFill>
            <a:srgbClr val="A0B6DE"/>
          </a:solidFill>
        </p:spPr>
        <p:txBody>
          <a:bodyPr wrap="square" lIns="0" tIns="0" rIns="0" bIns="0" rtlCol="0"/>
          <a:lstStyle/>
          <a:p>
            <a:endParaRPr/>
          </a:p>
        </p:txBody>
      </p:sp>
      <p:sp>
        <p:nvSpPr>
          <p:cNvPr id="24" name="bg object 24"/>
          <p:cNvSpPr/>
          <p:nvPr/>
        </p:nvSpPr>
        <p:spPr>
          <a:xfrm>
            <a:off x="2239338" y="4565937"/>
            <a:ext cx="1118235" cy="2291080"/>
          </a:xfrm>
          <a:custGeom>
            <a:avLst/>
            <a:gdLst/>
            <a:ahLst/>
            <a:cxnLst/>
            <a:rect l="l" t="t" r="r" b="b"/>
            <a:pathLst>
              <a:path w="1118235" h="2291079">
                <a:moveTo>
                  <a:pt x="0" y="0"/>
                </a:moveTo>
                <a:lnTo>
                  <a:pt x="0" y="2290686"/>
                </a:lnTo>
                <a:lnTo>
                  <a:pt x="1117625" y="2290686"/>
                </a:lnTo>
                <a:lnTo>
                  <a:pt x="0" y="0"/>
                </a:lnTo>
                <a:close/>
              </a:path>
            </a:pathLst>
          </a:custGeom>
          <a:solidFill>
            <a:srgbClr val="6685C2">
              <a:alpha val="50000"/>
            </a:srgbClr>
          </a:solidFill>
        </p:spPr>
        <p:txBody>
          <a:bodyPr wrap="square" lIns="0" tIns="0" rIns="0" bIns="0" rtlCol="0"/>
          <a:lstStyle/>
          <a:p>
            <a:endParaRPr/>
          </a:p>
        </p:txBody>
      </p:sp>
      <p:sp>
        <p:nvSpPr>
          <p:cNvPr id="25" name="bg object 25"/>
          <p:cNvSpPr/>
          <p:nvPr/>
        </p:nvSpPr>
        <p:spPr>
          <a:xfrm>
            <a:off x="2239314" y="4565947"/>
            <a:ext cx="2229485" cy="2291080"/>
          </a:xfrm>
          <a:custGeom>
            <a:avLst/>
            <a:gdLst/>
            <a:ahLst/>
            <a:cxnLst/>
            <a:rect l="l" t="t" r="r" b="b"/>
            <a:pathLst>
              <a:path w="2229485" h="2291079">
                <a:moveTo>
                  <a:pt x="2229345" y="0"/>
                </a:moveTo>
                <a:lnTo>
                  <a:pt x="0" y="0"/>
                </a:lnTo>
                <a:lnTo>
                  <a:pt x="1117638" y="2290686"/>
                </a:lnTo>
                <a:lnTo>
                  <a:pt x="2229345" y="2290686"/>
                </a:lnTo>
                <a:lnTo>
                  <a:pt x="2229345" y="0"/>
                </a:lnTo>
                <a:close/>
              </a:path>
            </a:pathLst>
          </a:custGeom>
          <a:solidFill>
            <a:srgbClr val="21274A">
              <a:alpha val="29998"/>
            </a:srgbClr>
          </a:solidFill>
        </p:spPr>
        <p:txBody>
          <a:bodyPr wrap="square" lIns="0" tIns="0" rIns="0" bIns="0" rtlCol="0"/>
          <a:lstStyle/>
          <a:p>
            <a:endParaRPr/>
          </a:p>
        </p:txBody>
      </p:sp>
      <p:sp>
        <p:nvSpPr>
          <p:cNvPr id="26" name="bg object 26"/>
          <p:cNvSpPr/>
          <p:nvPr/>
        </p:nvSpPr>
        <p:spPr>
          <a:xfrm>
            <a:off x="4468660" y="4565937"/>
            <a:ext cx="1115060" cy="2291080"/>
          </a:xfrm>
          <a:custGeom>
            <a:avLst/>
            <a:gdLst/>
            <a:ahLst/>
            <a:cxnLst/>
            <a:rect l="l" t="t" r="r" b="b"/>
            <a:pathLst>
              <a:path w="1115060" h="2291079">
                <a:moveTo>
                  <a:pt x="0" y="0"/>
                </a:moveTo>
                <a:lnTo>
                  <a:pt x="0" y="2290686"/>
                </a:lnTo>
                <a:lnTo>
                  <a:pt x="1114602" y="2290686"/>
                </a:lnTo>
                <a:lnTo>
                  <a:pt x="0" y="0"/>
                </a:lnTo>
                <a:close/>
              </a:path>
            </a:pathLst>
          </a:custGeom>
          <a:solidFill>
            <a:srgbClr val="21274A">
              <a:alpha val="84999"/>
            </a:srgbClr>
          </a:solidFill>
        </p:spPr>
        <p:txBody>
          <a:bodyPr wrap="square" lIns="0" tIns="0" rIns="0" bIns="0" rtlCol="0"/>
          <a:lstStyle/>
          <a:p>
            <a:endParaRPr/>
          </a:p>
        </p:txBody>
      </p:sp>
      <p:sp>
        <p:nvSpPr>
          <p:cNvPr id="27" name="bg object 27"/>
          <p:cNvSpPr/>
          <p:nvPr/>
        </p:nvSpPr>
        <p:spPr>
          <a:xfrm>
            <a:off x="4468645" y="4565947"/>
            <a:ext cx="2229485" cy="2291080"/>
          </a:xfrm>
          <a:custGeom>
            <a:avLst/>
            <a:gdLst/>
            <a:ahLst/>
            <a:cxnLst/>
            <a:rect l="l" t="t" r="r" b="b"/>
            <a:pathLst>
              <a:path w="2229484" h="2291079">
                <a:moveTo>
                  <a:pt x="2228977" y="0"/>
                </a:moveTo>
                <a:lnTo>
                  <a:pt x="0" y="0"/>
                </a:lnTo>
                <a:lnTo>
                  <a:pt x="1114615" y="2290686"/>
                </a:lnTo>
                <a:lnTo>
                  <a:pt x="2228977" y="2290686"/>
                </a:lnTo>
                <a:lnTo>
                  <a:pt x="2228977" y="0"/>
                </a:lnTo>
                <a:close/>
              </a:path>
            </a:pathLst>
          </a:custGeom>
          <a:solidFill>
            <a:srgbClr val="0081B2">
              <a:alpha val="50000"/>
            </a:srgbClr>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7050" b="1" i="0">
                <a:solidFill>
                  <a:srgbClr val="6685C2"/>
                </a:solidFill>
                <a:latin typeface="Roboto Black"/>
                <a:cs typeface="Roboto Blac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2/6/2024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3188248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124418" y="0"/>
            <a:ext cx="1403350" cy="907415"/>
          </a:xfrm>
          <a:custGeom>
            <a:avLst/>
            <a:gdLst/>
            <a:ahLst/>
            <a:cxnLst/>
            <a:rect l="l" t="t" r="r" b="b"/>
            <a:pathLst>
              <a:path w="1403350" h="907415">
                <a:moveTo>
                  <a:pt x="274828" y="0"/>
                </a:moveTo>
                <a:lnTo>
                  <a:pt x="30378" y="0"/>
                </a:lnTo>
                <a:lnTo>
                  <a:pt x="21829" y="28935"/>
                </a:lnTo>
                <a:lnTo>
                  <a:pt x="11109" y="77841"/>
                </a:lnTo>
                <a:lnTo>
                  <a:pt x="3851" y="127726"/>
                </a:lnTo>
                <a:lnTo>
                  <a:pt x="119" y="178448"/>
                </a:lnTo>
                <a:lnTo>
                  <a:pt x="0" y="229302"/>
                </a:lnTo>
                <a:lnTo>
                  <a:pt x="3463" y="279588"/>
                </a:lnTo>
                <a:lnTo>
                  <a:pt x="10455" y="329156"/>
                </a:lnTo>
                <a:lnTo>
                  <a:pt x="20919" y="377860"/>
                </a:lnTo>
                <a:lnTo>
                  <a:pt x="34801" y="425549"/>
                </a:lnTo>
                <a:lnTo>
                  <a:pt x="52046" y="472077"/>
                </a:lnTo>
                <a:lnTo>
                  <a:pt x="72599" y="517295"/>
                </a:lnTo>
                <a:lnTo>
                  <a:pt x="96404" y="561053"/>
                </a:lnTo>
                <a:lnTo>
                  <a:pt x="123406" y="603205"/>
                </a:lnTo>
                <a:lnTo>
                  <a:pt x="153551" y="643600"/>
                </a:lnTo>
                <a:lnTo>
                  <a:pt x="186783" y="682092"/>
                </a:lnTo>
                <a:lnTo>
                  <a:pt x="222652" y="718154"/>
                </a:lnTo>
                <a:lnTo>
                  <a:pt x="260652" y="751279"/>
                </a:lnTo>
                <a:lnTo>
                  <a:pt x="300640" y="781401"/>
                </a:lnTo>
                <a:lnTo>
                  <a:pt x="342473" y="808454"/>
                </a:lnTo>
                <a:lnTo>
                  <a:pt x="386007" y="832373"/>
                </a:lnTo>
                <a:lnTo>
                  <a:pt x="431098" y="853091"/>
                </a:lnTo>
                <a:lnTo>
                  <a:pt x="477601" y="870541"/>
                </a:lnTo>
                <a:lnTo>
                  <a:pt x="525374" y="884658"/>
                </a:lnTo>
                <a:lnTo>
                  <a:pt x="574272" y="895376"/>
                </a:lnTo>
                <a:lnTo>
                  <a:pt x="624152" y="902628"/>
                </a:lnTo>
                <a:lnTo>
                  <a:pt x="674870" y="906349"/>
                </a:lnTo>
                <a:lnTo>
                  <a:pt x="702149" y="906857"/>
                </a:lnTo>
                <a:lnTo>
                  <a:pt x="750273" y="905231"/>
                </a:lnTo>
                <a:lnTo>
                  <a:pt x="797820" y="900387"/>
                </a:lnTo>
                <a:lnTo>
                  <a:pt x="844660" y="892371"/>
                </a:lnTo>
                <a:lnTo>
                  <a:pt x="890667" y="881230"/>
                </a:lnTo>
                <a:lnTo>
                  <a:pt x="935711" y="867013"/>
                </a:lnTo>
                <a:lnTo>
                  <a:pt x="979665" y="849766"/>
                </a:lnTo>
                <a:lnTo>
                  <a:pt x="1022399" y="829537"/>
                </a:lnTo>
                <a:lnTo>
                  <a:pt x="1063786" y="806373"/>
                </a:lnTo>
                <a:lnTo>
                  <a:pt x="1103696" y="780322"/>
                </a:lnTo>
                <a:lnTo>
                  <a:pt x="1142003" y="751431"/>
                </a:lnTo>
                <a:lnTo>
                  <a:pt x="1178577" y="719748"/>
                </a:lnTo>
                <a:lnTo>
                  <a:pt x="1214626" y="683878"/>
                </a:lnTo>
                <a:lnTo>
                  <a:pt x="1219679" y="678079"/>
                </a:lnTo>
                <a:lnTo>
                  <a:pt x="683582" y="678079"/>
                </a:lnTo>
                <a:lnTo>
                  <a:pt x="636675" y="674010"/>
                </a:lnTo>
                <a:lnTo>
                  <a:pt x="590905" y="665470"/>
                </a:lnTo>
                <a:lnTo>
                  <a:pt x="546525" y="652575"/>
                </a:lnTo>
                <a:lnTo>
                  <a:pt x="503787" y="635442"/>
                </a:lnTo>
                <a:lnTo>
                  <a:pt x="462944" y="614185"/>
                </a:lnTo>
                <a:lnTo>
                  <a:pt x="424248" y="588921"/>
                </a:lnTo>
                <a:lnTo>
                  <a:pt x="387952" y="559766"/>
                </a:lnTo>
                <a:lnTo>
                  <a:pt x="354309" y="526835"/>
                </a:lnTo>
                <a:lnTo>
                  <a:pt x="324012" y="490794"/>
                </a:lnTo>
                <a:lnTo>
                  <a:pt x="297686" y="452398"/>
                </a:lnTo>
                <a:lnTo>
                  <a:pt x="275426" y="411905"/>
                </a:lnTo>
                <a:lnTo>
                  <a:pt x="257327" y="369575"/>
                </a:lnTo>
                <a:lnTo>
                  <a:pt x="243484" y="325669"/>
                </a:lnTo>
                <a:lnTo>
                  <a:pt x="233992" y="280445"/>
                </a:lnTo>
                <a:lnTo>
                  <a:pt x="228946" y="234164"/>
                </a:lnTo>
                <a:lnTo>
                  <a:pt x="228439" y="187084"/>
                </a:lnTo>
                <a:lnTo>
                  <a:pt x="232492" y="140181"/>
                </a:lnTo>
                <a:lnTo>
                  <a:pt x="241019" y="94413"/>
                </a:lnTo>
                <a:lnTo>
                  <a:pt x="253905" y="50033"/>
                </a:lnTo>
                <a:lnTo>
                  <a:pt x="271032" y="7295"/>
                </a:lnTo>
                <a:lnTo>
                  <a:pt x="274828" y="0"/>
                </a:lnTo>
                <a:close/>
              </a:path>
              <a:path w="1403350" h="907415">
                <a:moveTo>
                  <a:pt x="1372637" y="0"/>
                </a:moveTo>
                <a:lnTo>
                  <a:pt x="1128169" y="0"/>
                </a:lnTo>
                <a:lnTo>
                  <a:pt x="1128605" y="806"/>
                </a:lnTo>
                <a:lnTo>
                  <a:pt x="1146468" y="43524"/>
                </a:lnTo>
                <a:lnTo>
                  <a:pt x="1159956" y="87435"/>
                </a:lnTo>
                <a:lnTo>
                  <a:pt x="1169083" y="132199"/>
                </a:lnTo>
                <a:lnTo>
                  <a:pt x="1173862" y="177479"/>
                </a:lnTo>
                <a:lnTo>
                  <a:pt x="1174305" y="222933"/>
                </a:lnTo>
                <a:lnTo>
                  <a:pt x="1170426" y="268225"/>
                </a:lnTo>
                <a:lnTo>
                  <a:pt x="1162238" y="313013"/>
                </a:lnTo>
                <a:lnTo>
                  <a:pt x="1149753" y="356961"/>
                </a:lnTo>
                <a:lnTo>
                  <a:pt x="1132984" y="399728"/>
                </a:lnTo>
                <a:lnTo>
                  <a:pt x="1111945" y="440975"/>
                </a:lnTo>
                <a:lnTo>
                  <a:pt x="1086648" y="480364"/>
                </a:lnTo>
                <a:lnTo>
                  <a:pt x="1057106" y="517555"/>
                </a:lnTo>
                <a:lnTo>
                  <a:pt x="1023332" y="552209"/>
                </a:lnTo>
                <a:lnTo>
                  <a:pt x="987306" y="582515"/>
                </a:lnTo>
                <a:lnTo>
                  <a:pt x="948951" y="608869"/>
                </a:lnTo>
                <a:lnTo>
                  <a:pt x="908511" y="631164"/>
                </a:lnTo>
                <a:lnTo>
                  <a:pt x="866230" y="649296"/>
                </a:lnTo>
                <a:lnTo>
                  <a:pt x="822353" y="663159"/>
                </a:lnTo>
                <a:lnTo>
                  <a:pt x="777123" y="672648"/>
                </a:lnTo>
                <a:lnTo>
                  <a:pt x="730785" y="677656"/>
                </a:lnTo>
                <a:lnTo>
                  <a:pt x="683582" y="678079"/>
                </a:lnTo>
                <a:lnTo>
                  <a:pt x="1219679" y="678079"/>
                </a:lnTo>
                <a:lnTo>
                  <a:pt x="1247741" y="645874"/>
                </a:lnTo>
                <a:lnTo>
                  <a:pt x="1277855" y="605879"/>
                </a:lnTo>
                <a:lnTo>
                  <a:pt x="1304902" y="564039"/>
                </a:lnTo>
                <a:lnTo>
                  <a:pt x="1328816" y="520497"/>
                </a:lnTo>
                <a:lnTo>
                  <a:pt x="1349530" y="475397"/>
                </a:lnTo>
                <a:lnTo>
                  <a:pt x="1366978" y="428886"/>
                </a:lnTo>
                <a:lnTo>
                  <a:pt x="1381094" y="381105"/>
                </a:lnTo>
                <a:lnTo>
                  <a:pt x="1391811" y="332201"/>
                </a:lnTo>
                <a:lnTo>
                  <a:pt x="1399063" y="282317"/>
                </a:lnTo>
                <a:lnTo>
                  <a:pt x="1402783" y="231598"/>
                </a:lnTo>
                <a:lnTo>
                  <a:pt x="1402903" y="180740"/>
                </a:lnTo>
                <a:lnTo>
                  <a:pt x="1399442" y="130449"/>
                </a:lnTo>
                <a:lnTo>
                  <a:pt x="1392455" y="80874"/>
                </a:lnTo>
                <a:lnTo>
                  <a:pt x="1381995" y="32164"/>
                </a:lnTo>
                <a:lnTo>
                  <a:pt x="1372637" y="0"/>
                </a:lnTo>
                <a:close/>
              </a:path>
            </a:pathLst>
          </a:custGeom>
          <a:solidFill>
            <a:srgbClr val="6685C2">
              <a:alpha val="14999"/>
            </a:srgbClr>
          </a:solidFill>
        </p:spPr>
        <p:txBody>
          <a:bodyPr wrap="square" lIns="0" tIns="0" rIns="0" bIns="0" rtlCol="0"/>
          <a:lstStyle/>
          <a:p>
            <a:endParaRPr/>
          </a:p>
        </p:txBody>
      </p:sp>
      <p:sp>
        <p:nvSpPr>
          <p:cNvPr id="17" name="bg object 17"/>
          <p:cNvSpPr/>
          <p:nvPr/>
        </p:nvSpPr>
        <p:spPr>
          <a:xfrm>
            <a:off x="5779212" y="4711700"/>
            <a:ext cx="3783965" cy="2146300"/>
          </a:xfrm>
          <a:custGeom>
            <a:avLst/>
            <a:gdLst/>
            <a:ahLst/>
            <a:cxnLst/>
            <a:rect l="l" t="t" r="r" b="b"/>
            <a:pathLst>
              <a:path w="3783965" h="2146300">
                <a:moveTo>
                  <a:pt x="1160894" y="1028700"/>
                </a:moveTo>
                <a:lnTo>
                  <a:pt x="932472" y="1028700"/>
                </a:lnTo>
                <a:lnTo>
                  <a:pt x="932472" y="1803400"/>
                </a:lnTo>
                <a:lnTo>
                  <a:pt x="784357" y="1841500"/>
                </a:lnTo>
                <a:lnTo>
                  <a:pt x="737703" y="1866900"/>
                </a:lnTo>
                <a:lnTo>
                  <a:pt x="692675" y="1879600"/>
                </a:lnTo>
                <a:lnTo>
                  <a:pt x="649430" y="1917700"/>
                </a:lnTo>
                <a:lnTo>
                  <a:pt x="608128" y="1943100"/>
                </a:lnTo>
                <a:lnTo>
                  <a:pt x="568928" y="1981200"/>
                </a:lnTo>
                <a:lnTo>
                  <a:pt x="531990" y="2019300"/>
                </a:lnTo>
                <a:lnTo>
                  <a:pt x="498758" y="2057400"/>
                </a:lnTo>
                <a:lnTo>
                  <a:pt x="468613" y="2095500"/>
                </a:lnTo>
                <a:lnTo>
                  <a:pt x="441610" y="2133600"/>
                </a:lnTo>
                <a:lnTo>
                  <a:pt x="432462" y="2146300"/>
                </a:lnTo>
                <a:lnTo>
                  <a:pt x="717307" y="2146300"/>
                </a:lnTo>
                <a:lnTo>
                  <a:pt x="733159" y="2133600"/>
                </a:lnTo>
                <a:lnTo>
                  <a:pt x="769454" y="2108200"/>
                </a:lnTo>
                <a:lnTo>
                  <a:pt x="808150" y="2082800"/>
                </a:lnTo>
                <a:lnTo>
                  <a:pt x="848993" y="2057400"/>
                </a:lnTo>
                <a:lnTo>
                  <a:pt x="891731" y="2044700"/>
                </a:lnTo>
                <a:lnTo>
                  <a:pt x="981881" y="2019300"/>
                </a:lnTo>
                <a:lnTo>
                  <a:pt x="1550310" y="2019300"/>
                </a:lnTo>
                <a:lnTo>
                  <a:pt x="1523784" y="1981200"/>
                </a:lnTo>
                <a:lnTo>
                  <a:pt x="1484276" y="1943100"/>
                </a:lnTo>
                <a:lnTo>
                  <a:pt x="1442825" y="1917700"/>
                </a:lnTo>
                <a:lnTo>
                  <a:pt x="1399567" y="1879600"/>
                </a:lnTo>
                <a:lnTo>
                  <a:pt x="1354635" y="1866900"/>
                </a:lnTo>
                <a:lnTo>
                  <a:pt x="1308167" y="1841500"/>
                </a:lnTo>
                <a:lnTo>
                  <a:pt x="1260297" y="1828800"/>
                </a:lnTo>
                <a:lnTo>
                  <a:pt x="1211161" y="1803400"/>
                </a:lnTo>
                <a:lnTo>
                  <a:pt x="1160894" y="1803400"/>
                </a:lnTo>
                <a:lnTo>
                  <a:pt x="1160894" y="1028700"/>
                </a:lnTo>
                <a:close/>
              </a:path>
              <a:path w="3783965" h="2146300">
                <a:moveTo>
                  <a:pt x="1550310" y="2019300"/>
                </a:moveTo>
                <a:lnTo>
                  <a:pt x="1122315" y="2019300"/>
                </a:lnTo>
                <a:lnTo>
                  <a:pt x="1211437" y="2044700"/>
                </a:lnTo>
                <a:lnTo>
                  <a:pt x="1253726" y="2070100"/>
                </a:lnTo>
                <a:lnTo>
                  <a:pt x="1294172" y="2082800"/>
                </a:lnTo>
                <a:lnTo>
                  <a:pt x="1332525" y="2108200"/>
                </a:lnTo>
                <a:lnTo>
                  <a:pt x="1368539" y="2146300"/>
                </a:lnTo>
                <a:lnTo>
                  <a:pt x="1510346" y="2146300"/>
                </a:lnTo>
                <a:lnTo>
                  <a:pt x="1529930" y="2133600"/>
                </a:lnTo>
                <a:lnTo>
                  <a:pt x="1553575" y="2095500"/>
                </a:lnTo>
                <a:lnTo>
                  <a:pt x="1560304" y="2057400"/>
                </a:lnTo>
                <a:lnTo>
                  <a:pt x="1550310" y="2019300"/>
                </a:lnTo>
                <a:close/>
              </a:path>
              <a:path w="3783965" h="2146300">
                <a:moveTo>
                  <a:pt x="2974968" y="1803400"/>
                </a:moveTo>
                <a:lnTo>
                  <a:pt x="2782494" y="1803400"/>
                </a:lnTo>
                <a:lnTo>
                  <a:pt x="2830764" y="1816100"/>
                </a:lnTo>
                <a:lnTo>
                  <a:pt x="2927662" y="1816100"/>
                </a:lnTo>
                <a:lnTo>
                  <a:pt x="2974968" y="1803400"/>
                </a:lnTo>
                <a:close/>
              </a:path>
              <a:path w="3783965" h="2146300">
                <a:moveTo>
                  <a:pt x="3021568" y="12700"/>
                </a:moveTo>
                <a:lnTo>
                  <a:pt x="2734969" y="12700"/>
                </a:lnTo>
                <a:lnTo>
                  <a:pt x="2688254" y="25400"/>
                </a:lnTo>
                <a:lnTo>
                  <a:pt x="2553644" y="63500"/>
                </a:lnTo>
                <a:lnTo>
                  <a:pt x="2510840" y="88900"/>
                </a:lnTo>
                <a:lnTo>
                  <a:pt x="2469180" y="101600"/>
                </a:lnTo>
                <a:lnTo>
                  <a:pt x="2428730" y="127000"/>
                </a:lnTo>
                <a:lnTo>
                  <a:pt x="2389558" y="152400"/>
                </a:lnTo>
                <a:lnTo>
                  <a:pt x="2351729" y="177800"/>
                </a:lnTo>
                <a:lnTo>
                  <a:pt x="2315311" y="203200"/>
                </a:lnTo>
                <a:lnTo>
                  <a:pt x="2280370" y="228600"/>
                </a:lnTo>
                <a:lnTo>
                  <a:pt x="2246973" y="266700"/>
                </a:lnTo>
                <a:lnTo>
                  <a:pt x="2215185" y="292100"/>
                </a:lnTo>
                <a:lnTo>
                  <a:pt x="2185074" y="330200"/>
                </a:lnTo>
                <a:lnTo>
                  <a:pt x="2156707" y="368300"/>
                </a:lnTo>
                <a:lnTo>
                  <a:pt x="2130149" y="406400"/>
                </a:lnTo>
                <a:lnTo>
                  <a:pt x="2105468" y="444500"/>
                </a:lnTo>
                <a:lnTo>
                  <a:pt x="2082730" y="482600"/>
                </a:lnTo>
                <a:lnTo>
                  <a:pt x="2062002" y="520700"/>
                </a:lnTo>
                <a:lnTo>
                  <a:pt x="2043349" y="571500"/>
                </a:lnTo>
                <a:lnTo>
                  <a:pt x="2026840" y="609600"/>
                </a:lnTo>
                <a:lnTo>
                  <a:pt x="2012540" y="660400"/>
                </a:lnTo>
                <a:lnTo>
                  <a:pt x="2000516" y="698500"/>
                </a:lnTo>
                <a:lnTo>
                  <a:pt x="1990834" y="749300"/>
                </a:lnTo>
                <a:lnTo>
                  <a:pt x="1983562" y="800100"/>
                </a:lnTo>
                <a:lnTo>
                  <a:pt x="69764" y="800100"/>
                </a:lnTo>
                <a:lnTo>
                  <a:pt x="33456" y="825500"/>
                </a:lnTo>
                <a:lnTo>
                  <a:pt x="8976" y="863600"/>
                </a:lnTo>
                <a:lnTo>
                  <a:pt x="0" y="914400"/>
                </a:lnTo>
                <a:lnTo>
                  <a:pt x="8976" y="952500"/>
                </a:lnTo>
                <a:lnTo>
                  <a:pt x="33456" y="990600"/>
                </a:lnTo>
                <a:lnTo>
                  <a:pt x="69764" y="1016000"/>
                </a:lnTo>
                <a:lnTo>
                  <a:pt x="114223" y="1028700"/>
                </a:lnTo>
                <a:lnTo>
                  <a:pt x="1983562" y="1028700"/>
                </a:lnTo>
                <a:lnTo>
                  <a:pt x="2000516" y="1117600"/>
                </a:lnTo>
                <a:lnTo>
                  <a:pt x="2012540" y="1168400"/>
                </a:lnTo>
                <a:lnTo>
                  <a:pt x="2026840" y="1206500"/>
                </a:lnTo>
                <a:lnTo>
                  <a:pt x="2043349" y="1257300"/>
                </a:lnTo>
                <a:lnTo>
                  <a:pt x="2062002" y="1295400"/>
                </a:lnTo>
                <a:lnTo>
                  <a:pt x="2082730" y="1333500"/>
                </a:lnTo>
                <a:lnTo>
                  <a:pt x="2105468" y="1371600"/>
                </a:lnTo>
                <a:lnTo>
                  <a:pt x="2130149" y="1409700"/>
                </a:lnTo>
                <a:lnTo>
                  <a:pt x="2156707" y="1447800"/>
                </a:lnTo>
                <a:lnTo>
                  <a:pt x="2185074" y="1485900"/>
                </a:lnTo>
                <a:lnTo>
                  <a:pt x="2215185" y="1524000"/>
                </a:lnTo>
                <a:lnTo>
                  <a:pt x="2246973" y="1549400"/>
                </a:lnTo>
                <a:lnTo>
                  <a:pt x="2280370" y="1587500"/>
                </a:lnTo>
                <a:lnTo>
                  <a:pt x="2315311" y="1612900"/>
                </a:lnTo>
                <a:lnTo>
                  <a:pt x="2351729" y="1638300"/>
                </a:lnTo>
                <a:lnTo>
                  <a:pt x="2389558" y="1663700"/>
                </a:lnTo>
                <a:lnTo>
                  <a:pt x="2428730" y="1689100"/>
                </a:lnTo>
                <a:lnTo>
                  <a:pt x="2469180" y="1714500"/>
                </a:lnTo>
                <a:lnTo>
                  <a:pt x="2510840" y="1739900"/>
                </a:lnTo>
                <a:lnTo>
                  <a:pt x="2597525" y="1765300"/>
                </a:lnTo>
                <a:lnTo>
                  <a:pt x="2734969" y="1803400"/>
                </a:lnTo>
                <a:lnTo>
                  <a:pt x="3021568" y="1803400"/>
                </a:lnTo>
                <a:lnTo>
                  <a:pt x="3156498" y="1765300"/>
                </a:lnTo>
                <a:lnTo>
                  <a:pt x="3241765" y="1739900"/>
                </a:lnTo>
                <a:lnTo>
                  <a:pt x="3282804" y="1714500"/>
                </a:lnTo>
                <a:lnTo>
                  <a:pt x="3322695" y="1701800"/>
                </a:lnTo>
                <a:lnTo>
                  <a:pt x="3361376" y="1676400"/>
                </a:lnTo>
                <a:lnTo>
                  <a:pt x="3398784" y="1651000"/>
                </a:lnTo>
                <a:lnTo>
                  <a:pt x="3434856" y="1625600"/>
                </a:lnTo>
                <a:lnTo>
                  <a:pt x="3469529" y="1600200"/>
                </a:lnTo>
                <a:lnTo>
                  <a:pt x="3480599" y="1587500"/>
                </a:lnTo>
                <a:lnTo>
                  <a:pt x="2831526" y="1587500"/>
                </a:lnTo>
                <a:lnTo>
                  <a:pt x="2784242" y="1574800"/>
                </a:lnTo>
                <a:lnTo>
                  <a:pt x="2737977" y="1574800"/>
                </a:lnTo>
                <a:lnTo>
                  <a:pt x="2648962" y="1549400"/>
                </a:lnTo>
                <a:lnTo>
                  <a:pt x="2606442" y="1524000"/>
                </a:lnTo>
                <a:lnTo>
                  <a:pt x="2565401" y="1511300"/>
                </a:lnTo>
                <a:lnTo>
                  <a:pt x="2525955" y="1485900"/>
                </a:lnTo>
                <a:lnTo>
                  <a:pt x="2488218" y="1460500"/>
                </a:lnTo>
                <a:lnTo>
                  <a:pt x="2452306" y="1435100"/>
                </a:lnTo>
                <a:lnTo>
                  <a:pt x="2418335" y="1397000"/>
                </a:lnTo>
                <a:lnTo>
                  <a:pt x="2386418" y="1371600"/>
                </a:lnTo>
                <a:lnTo>
                  <a:pt x="2356673" y="1333500"/>
                </a:lnTo>
                <a:lnTo>
                  <a:pt x="2329213" y="1295400"/>
                </a:lnTo>
                <a:lnTo>
                  <a:pt x="2304154" y="1257300"/>
                </a:lnTo>
                <a:lnTo>
                  <a:pt x="2281612" y="1219200"/>
                </a:lnTo>
                <a:lnTo>
                  <a:pt x="2261701" y="1181100"/>
                </a:lnTo>
                <a:lnTo>
                  <a:pt x="2244538" y="1143000"/>
                </a:lnTo>
                <a:lnTo>
                  <a:pt x="2230236" y="1092200"/>
                </a:lnTo>
                <a:lnTo>
                  <a:pt x="2218912" y="1054100"/>
                </a:lnTo>
                <a:lnTo>
                  <a:pt x="2210681" y="1003300"/>
                </a:lnTo>
                <a:lnTo>
                  <a:pt x="2205658" y="952500"/>
                </a:lnTo>
                <a:lnTo>
                  <a:pt x="2203958" y="914400"/>
                </a:lnTo>
                <a:lnTo>
                  <a:pt x="2205658" y="863600"/>
                </a:lnTo>
                <a:lnTo>
                  <a:pt x="2210681" y="812800"/>
                </a:lnTo>
                <a:lnTo>
                  <a:pt x="2218912" y="762000"/>
                </a:lnTo>
                <a:lnTo>
                  <a:pt x="2230236" y="723900"/>
                </a:lnTo>
                <a:lnTo>
                  <a:pt x="2244538" y="673100"/>
                </a:lnTo>
                <a:lnTo>
                  <a:pt x="2261701" y="635000"/>
                </a:lnTo>
                <a:lnTo>
                  <a:pt x="2281612" y="596900"/>
                </a:lnTo>
                <a:lnTo>
                  <a:pt x="2304154" y="558800"/>
                </a:lnTo>
                <a:lnTo>
                  <a:pt x="2329213" y="520700"/>
                </a:lnTo>
                <a:lnTo>
                  <a:pt x="2356673" y="482600"/>
                </a:lnTo>
                <a:lnTo>
                  <a:pt x="2386418" y="444500"/>
                </a:lnTo>
                <a:lnTo>
                  <a:pt x="2418335" y="419100"/>
                </a:lnTo>
                <a:lnTo>
                  <a:pt x="2452306" y="381000"/>
                </a:lnTo>
                <a:lnTo>
                  <a:pt x="2488218" y="355600"/>
                </a:lnTo>
                <a:lnTo>
                  <a:pt x="2525955" y="330200"/>
                </a:lnTo>
                <a:lnTo>
                  <a:pt x="2565401" y="317500"/>
                </a:lnTo>
                <a:lnTo>
                  <a:pt x="2606442" y="292100"/>
                </a:lnTo>
                <a:lnTo>
                  <a:pt x="2648962" y="279400"/>
                </a:lnTo>
                <a:lnTo>
                  <a:pt x="2692845" y="254000"/>
                </a:lnTo>
                <a:lnTo>
                  <a:pt x="2737977" y="254000"/>
                </a:lnTo>
                <a:lnTo>
                  <a:pt x="2784242" y="241300"/>
                </a:lnTo>
                <a:lnTo>
                  <a:pt x="2831526" y="241300"/>
                </a:lnTo>
                <a:lnTo>
                  <a:pt x="2879712" y="228600"/>
                </a:lnTo>
                <a:lnTo>
                  <a:pt x="3469529" y="228600"/>
                </a:lnTo>
                <a:lnTo>
                  <a:pt x="3434856" y="190500"/>
                </a:lnTo>
                <a:lnTo>
                  <a:pt x="3398784" y="165100"/>
                </a:lnTo>
                <a:lnTo>
                  <a:pt x="3361376" y="139700"/>
                </a:lnTo>
                <a:lnTo>
                  <a:pt x="3322695" y="127000"/>
                </a:lnTo>
                <a:lnTo>
                  <a:pt x="3282804" y="101600"/>
                </a:lnTo>
                <a:lnTo>
                  <a:pt x="3241765" y="76200"/>
                </a:lnTo>
                <a:lnTo>
                  <a:pt x="3112396" y="38100"/>
                </a:lnTo>
                <a:lnTo>
                  <a:pt x="3021568" y="12700"/>
                </a:lnTo>
                <a:close/>
              </a:path>
              <a:path w="3783965" h="2146300">
                <a:moveTo>
                  <a:pt x="3469529" y="228600"/>
                </a:moveTo>
                <a:lnTo>
                  <a:pt x="2879712" y="228600"/>
                </a:lnTo>
                <a:lnTo>
                  <a:pt x="2927899" y="241300"/>
                </a:lnTo>
                <a:lnTo>
                  <a:pt x="2975184" y="241300"/>
                </a:lnTo>
                <a:lnTo>
                  <a:pt x="3021451" y="254000"/>
                </a:lnTo>
                <a:lnTo>
                  <a:pt x="3066584" y="254000"/>
                </a:lnTo>
                <a:lnTo>
                  <a:pt x="3110469" y="279400"/>
                </a:lnTo>
                <a:lnTo>
                  <a:pt x="3152989" y="292100"/>
                </a:lnTo>
                <a:lnTo>
                  <a:pt x="3194031" y="317500"/>
                </a:lnTo>
                <a:lnTo>
                  <a:pt x="3233478" y="330200"/>
                </a:lnTo>
                <a:lnTo>
                  <a:pt x="3271215" y="355600"/>
                </a:lnTo>
                <a:lnTo>
                  <a:pt x="3307128" y="381000"/>
                </a:lnTo>
                <a:lnTo>
                  <a:pt x="3341100" y="419100"/>
                </a:lnTo>
                <a:lnTo>
                  <a:pt x="3373017" y="444500"/>
                </a:lnTo>
                <a:lnTo>
                  <a:pt x="3402763" y="482600"/>
                </a:lnTo>
                <a:lnTo>
                  <a:pt x="3430223" y="520700"/>
                </a:lnTo>
                <a:lnTo>
                  <a:pt x="3455282" y="558800"/>
                </a:lnTo>
                <a:lnTo>
                  <a:pt x="3477824" y="596900"/>
                </a:lnTo>
                <a:lnTo>
                  <a:pt x="3497735" y="635000"/>
                </a:lnTo>
                <a:lnTo>
                  <a:pt x="3514899" y="673100"/>
                </a:lnTo>
                <a:lnTo>
                  <a:pt x="3529200" y="723900"/>
                </a:lnTo>
                <a:lnTo>
                  <a:pt x="3540524" y="762000"/>
                </a:lnTo>
                <a:lnTo>
                  <a:pt x="3548755" y="812800"/>
                </a:lnTo>
                <a:lnTo>
                  <a:pt x="3553779" y="863600"/>
                </a:lnTo>
                <a:lnTo>
                  <a:pt x="3555479" y="914400"/>
                </a:lnTo>
                <a:lnTo>
                  <a:pt x="3553779" y="952500"/>
                </a:lnTo>
                <a:lnTo>
                  <a:pt x="3548755" y="1003300"/>
                </a:lnTo>
                <a:lnTo>
                  <a:pt x="3540524" y="1054100"/>
                </a:lnTo>
                <a:lnTo>
                  <a:pt x="3529200" y="1092200"/>
                </a:lnTo>
                <a:lnTo>
                  <a:pt x="3514899" y="1143000"/>
                </a:lnTo>
                <a:lnTo>
                  <a:pt x="3497735" y="1181100"/>
                </a:lnTo>
                <a:lnTo>
                  <a:pt x="3477824" y="1219200"/>
                </a:lnTo>
                <a:lnTo>
                  <a:pt x="3455282" y="1257300"/>
                </a:lnTo>
                <a:lnTo>
                  <a:pt x="3430223" y="1295400"/>
                </a:lnTo>
                <a:lnTo>
                  <a:pt x="3402763" y="1333500"/>
                </a:lnTo>
                <a:lnTo>
                  <a:pt x="3373017" y="1371600"/>
                </a:lnTo>
                <a:lnTo>
                  <a:pt x="3341100" y="1397000"/>
                </a:lnTo>
                <a:lnTo>
                  <a:pt x="3307128" y="1435100"/>
                </a:lnTo>
                <a:lnTo>
                  <a:pt x="3271215" y="1460500"/>
                </a:lnTo>
                <a:lnTo>
                  <a:pt x="3233478" y="1485900"/>
                </a:lnTo>
                <a:lnTo>
                  <a:pt x="3194031" y="1511300"/>
                </a:lnTo>
                <a:lnTo>
                  <a:pt x="3152989" y="1524000"/>
                </a:lnTo>
                <a:lnTo>
                  <a:pt x="3110469" y="1549400"/>
                </a:lnTo>
                <a:lnTo>
                  <a:pt x="3021451" y="1574800"/>
                </a:lnTo>
                <a:lnTo>
                  <a:pt x="2975184" y="1574800"/>
                </a:lnTo>
                <a:lnTo>
                  <a:pt x="2927899" y="1587500"/>
                </a:lnTo>
                <a:lnTo>
                  <a:pt x="3480599" y="1587500"/>
                </a:lnTo>
                <a:lnTo>
                  <a:pt x="3502740" y="1562100"/>
                </a:lnTo>
                <a:lnTo>
                  <a:pt x="3534426" y="1536700"/>
                </a:lnTo>
                <a:lnTo>
                  <a:pt x="3564524" y="1498600"/>
                </a:lnTo>
                <a:lnTo>
                  <a:pt x="3592971" y="1460500"/>
                </a:lnTo>
                <a:lnTo>
                  <a:pt x="3619704" y="1422400"/>
                </a:lnTo>
                <a:lnTo>
                  <a:pt x="3644660" y="1397000"/>
                </a:lnTo>
                <a:lnTo>
                  <a:pt x="3667776" y="1346200"/>
                </a:lnTo>
                <a:lnTo>
                  <a:pt x="3688990" y="1308100"/>
                </a:lnTo>
                <a:lnTo>
                  <a:pt x="3708238" y="1270000"/>
                </a:lnTo>
                <a:lnTo>
                  <a:pt x="3725457" y="1231900"/>
                </a:lnTo>
                <a:lnTo>
                  <a:pt x="3740585" y="1181100"/>
                </a:lnTo>
                <a:lnTo>
                  <a:pt x="3753558" y="1143000"/>
                </a:lnTo>
                <a:lnTo>
                  <a:pt x="3764314" y="1092200"/>
                </a:lnTo>
                <a:lnTo>
                  <a:pt x="3772789" y="1054100"/>
                </a:lnTo>
                <a:lnTo>
                  <a:pt x="3778920" y="1003300"/>
                </a:lnTo>
                <a:lnTo>
                  <a:pt x="3782645" y="952500"/>
                </a:lnTo>
                <a:lnTo>
                  <a:pt x="3783899" y="914400"/>
                </a:lnTo>
                <a:lnTo>
                  <a:pt x="3782645" y="863600"/>
                </a:lnTo>
                <a:lnTo>
                  <a:pt x="3778920" y="812800"/>
                </a:lnTo>
                <a:lnTo>
                  <a:pt x="3772789" y="762000"/>
                </a:lnTo>
                <a:lnTo>
                  <a:pt x="3764314" y="723900"/>
                </a:lnTo>
                <a:lnTo>
                  <a:pt x="3753558" y="673100"/>
                </a:lnTo>
                <a:lnTo>
                  <a:pt x="3740585" y="635000"/>
                </a:lnTo>
                <a:lnTo>
                  <a:pt x="3725457" y="584200"/>
                </a:lnTo>
                <a:lnTo>
                  <a:pt x="3708238" y="546100"/>
                </a:lnTo>
                <a:lnTo>
                  <a:pt x="3688990" y="508000"/>
                </a:lnTo>
                <a:lnTo>
                  <a:pt x="3667776" y="469900"/>
                </a:lnTo>
                <a:lnTo>
                  <a:pt x="3644660" y="431800"/>
                </a:lnTo>
                <a:lnTo>
                  <a:pt x="3619704" y="393700"/>
                </a:lnTo>
                <a:lnTo>
                  <a:pt x="3592971" y="355600"/>
                </a:lnTo>
                <a:lnTo>
                  <a:pt x="3564524" y="317500"/>
                </a:lnTo>
                <a:lnTo>
                  <a:pt x="3534426" y="292100"/>
                </a:lnTo>
                <a:lnTo>
                  <a:pt x="3502740" y="254000"/>
                </a:lnTo>
                <a:lnTo>
                  <a:pt x="3469529" y="228600"/>
                </a:lnTo>
                <a:close/>
              </a:path>
              <a:path w="3783965" h="2146300">
                <a:moveTo>
                  <a:pt x="2879712" y="0"/>
                </a:moveTo>
                <a:lnTo>
                  <a:pt x="2830764" y="12700"/>
                </a:lnTo>
                <a:lnTo>
                  <a:pt x="2927662" y="12700"/>
                </a:lnTo>
                <a:lnTo>
                  <a:pt x="2879712" y="0"/>
                </a:lnTo>
                <a:close/>
              </a:path>
            </a:pathLst>
          </a:custGeom>
          <a:solidFill>
            <a:srgbClr val="6685C2">
              <a:alpha val="14999"/>
            </a:srgbClr>
          </a:solidFill>
        </p:spPr>
        <p:txBody>
          <a:bodyPr wrap="square" lIns="0" tIns="0" rIns="0" bIns="0" rtlCol="0"/>
          <a:lstStyle/>
          <a:p>
            <a:endParaRPr/>
          </a:p>
        </p:txBody>
      </p:sp>
      <p:sp>
        <p:nvSpPr>
          <p:cNvPr id="18" name="bg object 18"/>
          <p:cNvSpPr/>
          <p:nvPr/>
        </p:nvSpPr>
        <p:spPr>
          <a:xfrm>
            <a:off x="1183645" y="0"/>
            <a:ext cx="3787775" cy="6858000"/>
          </a:xfrm>
          <a:custGeom>
            <a:avLst/>
            <a:gdLst/>
            <a:ahLst/>
            <a:cxnLst/>
            <a:rect l="l" t="t" r="r" b="b"/>
            <a:pathLst>
              <a:path w="3787775" h="6858000">
                <a:moveTo>
                  <a:pt x="1884580" y="0"/>
                </a:moveTo>
                <a:lnTo>
                  <a:pt x="1579655" y="0"/>
                </a:lnTo>
                <a:lnTo>
                  <a:pt x="1555316" y="38100"/>
                </a:lnTo>
                <a:lnTo>
                  <a:pt x="1530491" y="76200"/>
                </a:lnTo>
                <a:lnTo>
                  <a:pt x="1507018" y="114300"/>
                </a:lnTo>
                <a:lnTo>
                  <a:pt x="1484934" y="152400"/>
                </a:lnTo>
                <a:lnTo>
                  <a:pt x="1464271" y="190500"/>
                </a:lnTo>
                <a:lnTo>
                  <a:pt x="1445064" y="241300"/>
                </a:lnTo>
                <a:lnTo>
                  <a:pt x="1427348" y="279400"/>
                </a:lnTo>
                <a:lnTo>
                  <a:pt x="1411156" y="317500"/>
                </a:lnTo>
                <a:lnTo>
                  <a:pt x="1396523" y="368300"/>
                </a:lnTo>
                <a:lnTo>
                  <a:pt x="1383484" y="406400"/>
                </a:lnTo>
                <a:lnTo>
                  <a:pt x="1372071" y="457200"/>
                </a:lnTo>
                <a:lnTo>
                  <a:pt x="1362321" y="495300"/>
                </a:lnTo>
                <a:lnTo>
                  <a:pt x="1354266" y="546100"/>
                </a:lnTo>
                <a:lnTo>
                  <a:pt x="1347942" y="596900"/>
                </a:lnTo>
                <a:lnTo>
                  <a:pt x="1343382" y="635000"/>
                </a:lnTo>
                <a:lnTo>
                  <a:pt x="1340621" y="685800"/>
                </a:lnTo>
                <a:lnTo>
                  <a:pt x="1339693" y="736600"/>
                </a:lnTo>
                <a:lnTo>
                  <a:pt x="1340883" y="787400"/>
                </a:lnTo>
                <a:lnTo>
                  <a:pt x="1344401" y="838200"/>
                </a:lnTo>
                <a:lnTo>
                  <a:pt x="1350171" y="889000"/>
                </a:lnTo>
                <a:lnTo>
                  <a:pt x="1358117" y="939800"/>
                </a:lnTo>
                <a:lnTo>
                  <a:pt x="1368162" y="990600"/>
                </a:lnTo>
                <a:lnTo>
                  <a:pt x="1380232" y="1041400"/>
                </a:lnTo>
                <a:lnTo>
                  <a:pt x="1313640" y="1041400"/>
                </a:lnTo>
                <a:lnTo>
                  <a:pt x="1266220" y="1054100"/>
                </a:lnTo>
                <a:lnTo>
                  <a:pt x="1219263" y="1054100"/>
                </a:lnTo>
                <a:lnTo>
                  <a:pt x="1172796" y="1066800"/>
                </a:lnTo>
                <a:lnTo>
                  <a:pt x="1126844" y="1066800"/>
                </a:lnTo>
                <a:lnTo>
                  <a:pt x="948698" y="1117600"/>
                </a:lnTo>
                <a:lnTo>
                  <a:pt x="905704" y="1143000"/>
                </a:lnTo>
                <a:lnTo>
                  <a:pt x="821746" y="1168400"/>
                </a:lnTo>
                <a:lnTo>
                  <a:pt x="780834" y="1193800"/>
                </a:lnTo>
                <a:lnTo>
                  <a:pt x="740666" y="1219200"/>
                </a:lnTo>
                <a:lnTo>
                  <a:pt x="701269" y="1231900"/>
                </a:lnTo>
                <a:lnTo>
                  <a:pt x="662667" y="1257300"/>
                </a:lnTo>
                <a:lnTo>
                  <a:pt x="624887" y="1282700"/>
                </a:lnTo>
                <a:lnTo>
                  <a:pt x="587954" y="1308100"/>
                </a:lnTo>
                <a:lnTo>
                  <a:pt x="551894" y="1333500"/>
                </a:lnTo>
                <a:lnTo>
                  <a:pt x="516731" y="1371600"/>
                </a:lnTo>
                <a:lnTo>
                  <a:pt x="482492" y="1397000"/>
                </a:lnTo>
                <a:lnTo>
                  <a:pt x="449202" y="1422400"/>
                </a:lnTo>
                <a:lnTo>
                  <a:pt x="416887" y="1460500"/>
                </a:lnTo>
                <a:lnTo>
                  <a:pt x="385572" y="1485900"/>
                </a:lnTo>
                <a:lnTo>
                  <a:pt x="355283" y="1524000"/>
                </a:lnTo>
                <a:lnTo>
                  <a:pt x="326045" y="1562100"/>
                </a:lnTo>
                <a:lnTo>
                  <a:pt x="297884" y="1587500"/>
                </a:lnTo>
                <a:lnTo>
                  <a:pt x="270825" y="1625600"/>
                </a:lnTo>
                <a:lnTo>
                  <a:pt x="244893" y="1663700"/>
                </a:lnTo>
                <a:lnTo>
                  <a:pt x="220116" y="1701800"/>
                </a:lnTo>
                <a:lnTo>
                  <a:pt x="196517" y="1739900"/>
                </a:lnTo>
                <a:lnTo>
                  <a:pt x="174122" y="1778000"/>
                </a:lnTo>
                <a:lnTo>
                  <a:pt x="152958" y="1816100"/>
                </a:lnTo>
                <a:lnTo>
                  <a:pt x="133049" y="1866900"/>
                </a:lnTo>
                <a:lnTo>
                  <a:pt x="114421" y="1905000"/>
                </a:lnTo>
                <a:lnTo>
                  <a:pt x="97100" y="1943100"/>
                </a:lnTo>
                <a:lnTo>
                  <a:pt x="81111" y="1993900"/>
                </a:lnTo>
                <a:lnTo>
                  <a:pt x="66479" y="2032000"/>
                </a:lnTo>
                <a:lnTo>
                  <a:pt x="53231" y="2070100"/>
                </a:lnTo>
                <a:lnTo>
                  <a:pt x="41391" y="2120900"/>
                </a:lnTo>
                <a:lnTo>
                  <a:pt x="30986" y="2159000"/>
                </a:lnTo>
                <a:lnTo>
                  <a:pt x="22040" y="2209800"/>
                </a:lnTo>
                <a:lnTo>
                  <a:pt x="14580" y="2260600"/>
                </a:lnTo>
                <a:lnTo>
                  <a:pt x="8631" y="2298700"/>
                </a:lnTo>
                <a:lnTo>
                  <a:pt x="4218" y="2349500"/>
                </a:lnTo>
                <a:lnTo>
                  <a:pt x="1367" y="2400300"/>
                </a:lnTo>
                <a:lnTo>
                  <a:pt x="103" y="2438400"/>
                </a:lnTo>
                <a:lnTo>
                  <a:pt x="453" y="2489200"/>
                </a:lnTo>
                <a:lnTo>
                  <a:pt x="2564" y="2540000"/>
                </a:lnTo>
                <a:lnTo>
                  <a:pt x="6449" y="2590800"/>
                </a:lnTo>
                <a:lnTo>
                  <a:pt x="12082" y="2641600"/>
                </a:lnTo>
                <a:lnTo>
                  <a:pt x="19438" y="2692400"/>
                </a:lnTo>
                <a:lnTo>
                  <a:pt x="28491" y="2743200"/>
                </a:lnTo>
                <a:lnTo>
                  <a:pt x="39214" y="2794000"/>
                </a:lnTo>
                <a:lnTo>
                  <a:pt x="51583" y="2832100"/>
                </a:lnTo>
                <a:lnTo>
                  <a:pt x="65571" y="2882900"/>
                </a:lnTo>
                <a:lnTo>
                  <a:pt x="81153" y="2933700"/>
                </a:lnTo>
                <a:lnTo>
                  <a:pt x="98303" y="2971800"/>
                </a:lnTo>
                <a:lnTo>
                  <a:pt x="116995" y="3022600"/>
                </a:lnTo>
                <a:lnTo>
                  <a:pt x="137203" y="3060700"/>
                </a:lnTo>
                <a:lnTo>
                  <a:pt x="158902" y="3111500"/>
                </a:lnTo>
                <a:lnTo>
                  <a:pt x="182065" y="3149600"/>
                </a:lnTo>
                <a:lnTo>
                  <a:pt x="206667" y="3187700"/>
                </a:lnTo>
                <a:lnTo>
                  <a:pt x="232683" y="3238500"/>
                </a:lnTo>
                <a:lnTo>
                  <a:pt x="260086" y="3276600"/>
                </a:lnTo>
                <a:lnTo>
                  <a:pt x="288851" y="3314700"/>
                </a:lnTo>
                <a:lnTo>
                  <a:pt x="318951" y="3352800"/>
                </a:lnTo>
                <a:lnTo>
                  <a:pt x="350362" y="3390900"/>
                </a:lnTo>
                <a:lnTo>
                  <a:pt x="383057" y="3429000"/>
                </a:lnTo>
                <a:lnTo>
                  <a:pt x="417011" y="3467100"/>
                </a:lnTo>
                <a:lnTo>
                  <a:pt x="452197" y="3492500"/>
                </a:lnTo>
                <a:lnTo>
                  <a:pt x="488591" y="3530600"/>
                </a:lnTo>
                <a:lnTo>
                  <a:pt x="526165" y="3556000"/>
                </a:lnTo>
                <a:lnTo>
                  <a:pt x="564896" y="3594100"/>
                </a:lnTo>
                <a:lnTo>
                  <a:pt x="604755" y="3619500"/>
                </a:lnTo>
                <a:lnTo>
                  <a:pt x="645719" y="3644900"/>
                </a:lnTo>
                <a:lnTo>
                  <a:pt x="687761" y="3670300"/>
                </a:lnTo>
                <a:lnTo>
                  <a:pt x="730855" y="3695700"/>
                </a:lnTo>
                <a:lnTo>
                  <a:pt x="687995" y="3721100"/>
                </a:lnTo>
                <a:lnTo>
                  <a:pt x="646193" y="3746500"/>
                </a:lnTo>
                <a:lnTo>
                  <a:pt x="605473" y="3771900"/>
                </a:lnTo>
                <a:lnTo>
                  <a:pt x="565857" y="3810000"/>
                </a:lnTo>
                <a:lnTo>
                  <a:pt x="527370" y="3835400"/>
                </a:lnTo>
                <a:lnTo>
                  <a:pt x="490036" y="3860800"/>
                </a:lnTo>
                <a:lnTo>
                  <a:pt x="453877" y="3898900"/>
                </a:lnTo>
                <a:lnTo>
                  <a:pt x="418917" y="3937000"/>
                </a:lnTo>
                <a:lnTo>
                  <a:pt x="385181" y="3962400"/>
                </a:lnTo>
                <a:lnTo>
                  <a:pt x="352690" y="4000500"/>
                </a:lnTo>
                <a:lnTo>
                  <a:pt x="321470" y="4038600"/>
                </a:lnTo>
                <a:lnTo>
                  <a:pt x="291542" y="4076700"/>
                </a:lnTo>
                <a:lnTo>
                  <a:pt x="262932" y="4114800"/>
                </a:lnTo>
                <a:lnTo>
                  <a:pt x="235663" y="4152900"/>
                </a:lnTo>
                <a:lnTo>
                  <a:pt x="209757" y="4191000"/>
                </a:lnTo>
                <a:lnTo>
                  <a:pt x="185239" y="4241800"/>
                </a:lnTo>
                <a:lnTo>
                  <a:pt x="162133" y="4279900"/>
                </a:lnTo>
                <a:lnTo>
                  <a:pt x="140461" y="4318000"/>
                </a:lnTo>
                <a:lnTo>
                  <a:pt x="120247" y="4368800"/>
                </a:lnTo>
                <a:lnTo>
                  <a:pt x="101515" y="4406900"/>
                </a:lnTo>
                <a:lnTo>
                  <a:pt x="84288" y="4457700"/>
                </a:lnTo>
                <a:lnTo>
                  <a:pt x="68590" y="4495800"/>
                </a:lnTo>
                <a:lnTo>
                  <a:pt x="54445" y="4546600"/>
                </a:lnTo>
                <a:lnTo>
                  <a:pt x="41876" y="4597400"/>
                </a:lnTo>
                <a:lnTo>
                  <a:pt x="30906" y="4635500"/>
                </a:lnTo>
                <a:lnTo>
                  <a:pt x="21559" y="4686300"/>
                </a:lnTo>
                <a:lnTo>
                  <a:pt x="13859" y="4737100"/>
                </a:lnTo>
                <a:lnTo>
                  <a:pt x="7829" y="4787900"/>
                </a:lnTo>
                <a:lnTo>
                  <a:pt x="3493" y="4838700"/>
                </a:lnTo>
                <a:lnTo>
                  <a:pt x="874" y="4889500"/>
                </a:lnTo>
                <a:lnTo>
                  <a:pt x="0" y="4940300"/>
                </a:lnTo>
                <a:lnTo>
                  <a:pt x="841" y="4978400"/>
                </a:lnTo>
                <a:lnTo>
                  <a:pt x="3358" y="5029200"/>
                </a:lnTo>
                <a:lnTo>
                  <a:pt x="7519" y="5080000"/>
                </a:lnTo>
                <a:lnTo>
                  <a:pt x="13295" y="5118100"/>
                </a:lnTo>
                <a:lnTo>
                  <a:pt x="20658" y="5168900"/>
                </a:lnTo>
                <a:lnTo>
                  <a:pt x="29579" y="5207000"/>
                </a:lnTo>
                <a:lnTo>
                  <a:pt x="40031" y="5257800"/>
                </a:lnTo>
                <a:lnTo>
                  <a:pt x="51984" y="5295900"/>
                </a:lnTo>
                <a:lnTo>
                  <a:pt x="65410" y="5346700"/>
                </a:lnTo>
                <a:lnTo>
                  <a:pt x="80281" y="5384800"/>
                </a:lnTo>
                <a:lnTo>
                  <a:pt x="96568" y="5435600"/>
                </a:lnTo>
                <a:lnTo>
                  <a:pt x="114244" y="5473700"/>
                </a:lnTo>
                <a:lnTo>
                  <a:pt x="133280" y="5511800"/>
                </a:lnTo>
                <a:lnTo>
                  <a:pt x="153647" y="5549900"/>
                </a:lnTo>
                <a:lnTo>
                  <a:pt x="175316" y="5588000"/>
                </a:lnTo>
                <a:lnTo>
                  <a:pt x="198261" y="5626100"/>
                </a:lnTo>
                <a:lnTo>
                  <a:pt x="222452" y="5676900"/>
                </a:lnTo>
                <a:lnTo>
                  <a:pt x="247860" y="5702300"/>
                </a:lnTo>
                <a:lnTo>
                  <a:pt x="274458" y="5740400"/>
                </a:lnTo>
                <a:lnTo>
                  <a:pt x="302217" y="5778500"/>
                </a:lnTo>
                <a:lnTo>
                  <a:pt x="331109" y="5816600"/>
                </a:lnTo>
                <a:lnTo>
                  <a:pt x="361106" y="5854700"/>
                </a:lnTo>
                <a:lnTo>
                  <a:pt x="392178" y="5880100"/>
                </a:lnTo>
                <a:lnTo>
                  <a:pt x="424297" y="5918200"/>
                </a:lnTo>
                <a:lnTo>
                  <a:pt x="457436" y="5943600"/>
                </a:lnTo>
                <a:lnTo>
                  <a:pt x="491566" y="5981700"/>
                </a:lnTo>
                <a:lnTo>
                  <a:pt x="526658" y="6007100"/>
                </a:lnTo>
                <a:lnTo>
                  <a:pt x="562685" y="6032500"/>
                </a:lnTo>
                <a:lnTo>
                  <a:pt x="599617" y="6070600"/>
                </a:lnTo>
                <a:lnTo>
                  <a:pt x="637426" y="6096000"/>
                </a:lnTo>
                <a:lnTo>
                  <a:pt x="676084" y="6121400"/>
                </a:lnTo>
                <a:lnTo>
                  <a:pt x="715563" y="6146800"/>
                </a:lnTo>
                <a:lnTo>
                  <a:pt x="755834" y="6159500"/>
                </a:lnTo>
                <a:lnTo>
                  <a:pt x="796868" y="6184900"/>
                </a:lnTo>
                <a:lnTo>
                  <a:pt x="838639" y="6210300"/>
                </a:lnTo>
                <a:lnTo>
                  <a:pt x="881116" y="6223000"/>
                </a:lnTo>
                <a:lnTo>
                  <a:pt x="924272" y="6248400"/>
                </a:lnTo>
                <a:lnTo>
                  <a:pt x="1012506" y="6273800"/>
                </a:lnTo>
                <a:lnTo>
                  <a:pt x="1242980" y="6337300"/>
                </a:lnTo>
                <a:lnTo>
                  <a:pt x="1290544" y="6337300"/>
                </a:lnTo>
                <a:lnTo>
                  <a:pt x="1338530" y="6350000"/>
                </a:lnTo>
                <a:lnTo>
                  <a:pt x="1386912" y="6350000"/>
                </a:lnTo>
                <a:lnTo>
                  <a:pt x="1374835" y="6388100"/>
                </a:lnTo>
                <a:lnTo>
                  <a:pt x="1364410" y="6438900"/>
                </a:lnTo>
                <a:lnTo>
                  <a:pt x="1355712" y="6489700"/>
                </a:lnTo>
                <a:lnTo>
                  <a:pt x="1348816" y="6540500"/>
                </a:lnTo>
                <a:lnTo>
                  <a:pt x="1343798" y="6578600"/>
                </a:lnTo>
                <a:lnTo>
                  <a:pt x="1340732" y="6629400"/>
                </a:lnTo>
                <a:lnTo>
                  <a:pt x="1339693" y="6680200"/>
                </a:lnTo>
                <a:lnTo>
                  <a:pt x="1340621" y="6731000"/>
                </a:lnTo>
                <a:lnTo>
                  <a:pt x="1343382" y="6781800"/>
                </a:lnTo>
                <a:lnTo>
                  <a:pt x="1347942" y="6819900"/>
                </a:lnTo>
                <a:lnTo>
                  <a:pt x="1353415" y="6858000"/>
                </a:lnTo>
                <a:lnTo>
                  <a:pt x="1585075" y="6858000"/>
                </a:lnTo>
                <a:lnTo>
                  <a:pt x="1578321" y="6819900"/>
                </a:lnTo>
                <a:lnTo>
                  <a:pt x="1572693" y="6781800"/>
                </a:lnTo>
                <a:lnTo>
                  <a:pt x="1569278" y="6731000"/>
                </a:lnTo>
                <a:lnTo>
                  <a:pt x="1568128" y="6680200"/>
                </a:lnTo>
                <a:lnTo>
                  <a:pt x="1569278" y="6629400"/>
                </a:lnTo>
                <a:lnTo>
                  <a:pt x="1572693" y="6591300"/>
                </a:lnTo>
                <a:lnTo>
                  <a:pt x="1578321" y="6540500"/>
                </a:lnTo>
                <a:lnTo>
                  <a:pt x="1586109" y="6489700"/>
                </a:lnTo>
                <a:lnTo>
                  <a:pt x="1596004" y="6451600"/>
                </a:lnTo>
                <a:lnTo>
                  <a:pt x="1607955" y="6400800"/>
                </a:lnTo>
                <a:lnTo>
                  <a:pt x="1621908" y="6362700"/>
                </a:lnTo>
                <a:lnTo>
                  <a:pt x="1637810" y="6311900"/>
                </a:lnTo>
                <a:lnTo>
                  <a:pt x="1655610" y="6273800"/>
                </a:lnTo>
                <a:lnTo>
                  <a:pt x="1675254" y="6235700"/>
                </a:lnTo>
                <a:lnTo>
                  <a:pt x="1696691" y="6197600"/>
                </a:lnTo>
                <a:lnTo>
                  <a:pt x="1719867" y="6159500"/>
                </a:lnTo>
                <a:lnTo>
                  <a:pt x="1744731" y="6121400"/>
                </a:lnTo>
                <a:lnTo>
                  <a:pt x="1328502" y="6121400"/>
                </a:lnTo>
                <a:lnTo>
                  <a:pt x="1233197" y="6096000"/>
                </a:lnTo>
                <a:lnTo>
                  <a:pt x="1186396" y="6096000"/>
                </a:lnTo>
                <a:lnTo>
                  <a:pt x="1140218" y="6083300"/>
                </a:lnTo>
                <a:lnTo>
                  <a:pt x="1094701" y="6057900"/>
                </a:lnTo>
                <a:lnTo>
                  <a:pt x="962528" y="6019800"/>
                </a:lnTo>
                <a:lnTo>
                  <a:pt x="920064" y="5994400"/>
                </a:lnTo>
                <a:lnTo>
                  <a:pt x="878464" y="5969000"/>
                </a:lnTo>
                <a:lnTo>
                  <a:pt x="837769" y="5943600"/>
                </a:lnTo>
                <a:lnTo>
                  <a:pt x="798018" y="5930900"/>
                </a:lnTo>
                <a:lnTo>
                  <a:pt x="759253" y="5905500"/>
                </a:lnTo>
                <a:lnTo>
                  <a:pt x="721513" y="5867400"/>
                </a:lnTo>
                <a:lnTo>
                  <a:pt x="684839" y="5842000"/>
                </a:lnTo>
                <a:lnTo>
                  <a:pt x="649271" y="5816600"/>
                </a:lnTo>
                <a:lnTo>
                  <a:pt x="614851" y="5791200"/>
                </a:lnTo>
                <a:lnTo>
                  <a:pt x="581617" y="5753100"/>
                </a:lnTo>
                <a:lnTo>
                  <a:pt x="549611" y="5715000"/>
                </a:lnTo>
                <a:lnTo>
                  <a:pt x="518873" y="5689600"/>
                </a:lnTo>
                <a:lnTo>
                  <a:pt x="489443" y="5651500"/>
                </a:lnTo>
                <a:lnTo>
                  <a:pt x="461362" y="5613400"/>
                </a:lnTo>
                <a:lnTo>
                  <a:pt x="434669" y="5575300"/>
                </a:lnTo>
                <a:lnTo>
                  <a:pt x="409407" y="5537200"/>
                </a:lnTo>
                <a:lnTo>
                  <a:pt x="385614" y="5499100"/>
                </a:lnTo>
                <a:lnTo>
                  <a:pt x="363331" y="5461000"/>
                </a:lnTo>
                <a:lnTo>
                  <a:pt x="342599" y="5422900"/>
                </a:lnTo>
                <a:lnTo>
                  <a:pt x="323457" y="5384800"/>
                </a:lnTo>
                <a:lnTo>
                  <a:pt x="305947" y="5334000"/>
                </a:lnTo>
                <a:lnTo>
                  <a:pt x="290109" y="5295900"/>
                </a:lnTo>
                <a:lnTo>
                  <a:pt x="275983" y="5257800"/>
                </a:lnTo>
                <a:lnTo>
                  <a:pt x="263609" y="5207000"/>
                </a:lnTo>
                <a:lnTo>
                  <a:pt x="253028" y="5168900"/>
                </a:lnTo>
                <a:lnTo>
                  <a:pt x="244281" y="5118100"/>
                </a:lnTo>
                <a:lnTo>
                  <a:pt x="237407" y="5080000"/>
                </a:lnTo>
                <a:lnTo>
                  <a:pt x="232447" y="5029200"/>
                </a:lnTo>
                <a:lnTo>
                  <a:pt x="229441" y="4978400"/>
                </a:lnTo>
                <a:lnTo>
                  <a:pt x="228430" y="4940300"/>
                </a:lnTo>
                <a:lnTo>
                  <a:pt x="229436" y="4889500"/>
                </a:lnTo>
                <a:lnTo>
                  <a:pt x="232432" y="4838700"/>
                </a:lnTo>
                <a:lnTo>
                  <a:pt x="237387" y="4787900"/>
                </a:lnTo>
                <a:lnTo>
                  <a:pt x="244270" y="4737100"/>
                </a:lnTo>
                <a:lnTo>
                  <a:pt x="253048" y="4699000"/>
                </a:lnTo>
                <a:lnTo>
                  <a:pt x="263691" y="4648200"/>
                </a:lnTo>
                <a:lnTo>
                  <a:pt x="276167" y="4597400"/>
                </a:lnTo>
                <a:lnTo>
                  <a:pt x="290443" y="4559300"/>
                </a:lnTo>
                <a:lnTo>
                  <a:pt x="306490" y="4508500"/>
                </a:lnTo>
                <a:lnTo>
                  <a:pt x="324275" y="4470400"/>
                </a:lnTo>
                <a:lnTo>
                  <a:pt x="343767" y="4419600"/>
                </a:lnTo>
                <a:lnTo>
                  <a:pt x="364933" y="4381500"/>
                </a:lnTo>
                <a:lnTo>
                  <a:pt x="387744" y="4343400"/>
                </a:lnTo>
                <a:lnTo>
                  <a:pt x="412166" y="4305300"/>
                </a:lnTo>
                <a:lnTo>
                  <a:pt x="438170" y="4267200"/>
                </a:lnTo>
                <a:lnTo>
                  <a:pt x="465722" y="4229100"/>
                </a:lnTo>
                <a:lnTo>
                  <a:pt x="494792" y="4191000"/>
                </a:lnTo>
                <a:lnTo>
                  <a:pt x="525348" y="4152900"/>
                </a:lnTo>
                <a:lnTo>
                  <a:pt x="557358" y="4114800"/>
                </a:lnTo>
                <a:lnTo>
                  <a:pt x="590792" y="4076700"/>
                </a:lnTo>
                <a:lnTo>
                  <a:pt x="625617" y="4051300"/>
                </a:lnTo>
                <a:lnTo>
                  <a:pt x="661802" y="4013200"/>
                </a:lnTo>
                <a:lnTo>
                  <a:pt x="699315" y="3987800"/>
                </a:lnTo>
                <a:lnTo>
                  <a:pt x="738125" y="3962400"/>
                </a:lnTo>
                <a:lnTo>
                  <a:pt x="778201" y="3937000"/>
                </a:lnTo>
                <a:lnTo>
                  <a:pt x="819511" y="3911600"/>
                </a:lnTo>
                <a:lnTo>
                  <a:pt x="862022" y="3886200"/>
                </a:lnTo>
                <a:lnTo>
                  <a:pt x="905705" y="3860800"/>
                </a:lnTo>
                <a:lnTo>
                  <a:pt x="950527" y="3848100"/>
                </a:lnTo>
                <a:lnTo>
                  <a:pt x="990479" y="3822700"/>
                </a:lnTo>
                <a:lnTo>
                  <a:pt x="1021004" y="3784600"/>
                </a:lnTo>
                <a:lnTo>
                  <a:pt x="1040497" y="3746500"/>
                </a:lnTo>
                <a:lnTo>
                  <a:pt x="1047352" y="3695700"/>
                </a:lnTo>
                <a:lnTo>
                  <a:pt x="1040452" y="3644900"/>
                </a:lnTo>
                <a:lnTo>
                  <a:pt x="1020917" y="3606800"/>
                </a:lnTo>
                <a:lnTo>
                  <a:pt x="990352" y="3581400"/>
                </a:lnTo>
                <a:lnTo>
                  <a:pt x="950362" y="3556000"/>
                </a:lnTo>
                <a:lnTo>
                  <a:pt x="905155" y="3530600"/>
                </a:lnTo>
                <a:lnTo>
                  <a:pt x="861084" y="3505200"/>
                </a:lnTo>
                <a:lnTo>
                  <a:pt x="818183" y="3479800"/>
                </a:lnTo>
                <a:lnTo>
                  <a:pt x="776490" y="3454400"/>
                </a:lnTo>
                <a:lnTo>
                  <a:pt x="736037" y="3429000"/>
                </a:lnTo>
                <a:lnTo>
                  <a:pt x="696860" y="3403600"/>
                </a:lnTo>
                <a:lnTo>
                  <a:pt x="658995" y="3378200"/>
                </a:lnTo>
                <a:lnTo>
                  <a:pt x="622476" y="3340100"/>
                </a:lnTo>
                <a:lnTo>
                  <a:pt x="587338" y="3302000"/>
                </a:lnTo>
                <a:lnTo>
                  <a:pt x="553616" y="3276600"/>
                </a:lnTo>
                <a:lnTo>
                  <a:pt x="521346" y="3238500"/>
                </a:lnTo>
                <a:lnTo>
                  <a:pt x="490562" y="3200400"/>
                </a:lnTo>
                <a:lnTo>
                  <a:pt x="461300" y="3162300"/>
                </a:lnTo>
                <a:lnTo>
                  <a:pt x="433594" y="3124200"/>
                </a:lnTo>
                <a:lnTo>
                  <a:pt x="407480" y="3086100"/>
                </a:lnTo>
                <a:lnTo>
                  <a:pt x="382992" y="3048000"/>
                </a:lnTo>
                <a:lnTo>
                  <a:pt x="360166" y="2997200"/>
                </a:lnTo>
                <a:lnTo>
                  <a:pt x="339036" y="2959100"/>
                </a:lnTo>
                <a:lnTo>
                  <a:pt x="319638" y="2908300"/>
                </a:lnTo>
                <a:lnTo>
                  <a:pt x="302007" y="2870200"/>
                </a:lnTo>
                <a:lnTo>
                  <a:pt x="286177" y="2819400"/>
                </a:lnTo>
                <a:lnTo>
                  <a:pt x="272184" y="2781300"/>
                </a:lnTo>
                <a:lnTo>
                  <a:pt x="260063" y="2730500"/>
                </a:lnTo>
                <a:lnTo>
                  <a:pt x="249849" y="2679700"/>
                </a:lnTo>
                <a:lnTo>
                  <a:pt x="241576" y="2628900"/>
                </a:lnTo>
                <a:lnTo>
                  <a:pt x="235281" y="2590800"/>
                </a:lnTo>
                <a:lnTo>
                  <a:pt x="230997" y="2540000"/>
                </a:lnTo>
                <a:lnTo>
                  <a:pt x="228761" y="2489200"/>
                </a:lnTo>
                <a:lnTo>
                  <a:pt x="228613" y="2438400"/>
                </a:lnTo>
                <a:lnTo>
                  <a:pt x="230443" y="2387600"/>
                </a:lnTo>
                <a:lnTo>
                  <a:pt x="234211" y="2349500"/>
                </a:lnTo>
                <a:lnTo>
                  <a:pt x="239877" y="2298700"/>
                </a:lnTo>
                <a:lnTo>
                  <a:pt x="247400" y="2247900"/>
                </a:lnTo>
                <a:lnTo>
                  <a:pt x="256741" y="2209800"/>
                </a:lnTo>
                <a:lnTo>
                  <a:pt x="267859" y="2159000"/>
                </a:lnTo>
                <a:lnTo>
                  <a:pt x="280715" y="2120900"/>
                </a:lnTo>
                <a:lnTo>
                  <a:pt x="295269" y="2070100"/>
                </a:lnTo>
                <a:lnTo>
                  <a:pt x="311480" y="2032000"/>
                </a:lnTo>
                <a:lnTo>
                  <a:pt x="329310" y="1993900"/>
                </a:lnTo>
                <a:lnTo>
                  <a:pt x="348716" y="1943100"/>
                </a:lnTo>
                <a:lnTo>
                  <a:pt x="369660" y="1905000"/>
                </a:lnTo>
                <a:lnTo>
                  <a:pt x="392102" y="1866900"/>
                </a:lnTo>
                <a:lnTo>
                  <a:pt x="416002" y="1828800"/>
                </a:lnTo>
                <a:lnTo>
                  <a:pt x="441319" y="1790700"/>
                </a:lnTo>
                <a:lnTo>
                  <a:pt x="468014" y="1752600"/>
                </a:lnTo>
                <a:lnTo>
                  <a:pt x="496046" y="1714500"/>
                </a:lnTo>
                <a:lnTo>
                  <a:pt x="525376" y="1689100"/>
                </a:lnTo>
                <a:lnTo>
                  <a:pt x="555963" y="1651000"/>
                </a:lnTo>
                <a:lnTo>
                  <a:pt x="587768" y="1612900"/>
                </a:lnTo>
                <a:lnTo>
                  <a:pt x="620751" y="1587500"/>
                </a:lnTo>
                <a:lnTo>
                  <a:pt x="654871" y="1549400"/>
                </a:lnTo>
                <a:lnTo>
                  <a:pt x="690089" y="1524000"/>
                </a:lnTo>
                <a:lnTo>
                  <a:pt x="726364" y="1498600"/>
                </a:lnTo>
                <a:lnTo>
                  <a:pt x="763657" y="1473200"/>
                </a:lnTo>
                <a:lnTo>
                  <a:pt x="801928" y="1447800"/>
                </a:lnTo>
                <a:lnTo>
                  <a:pt x="841136" y="1422400"/>
                </a:lnTo>
                <a:lnTo>
                  <a:pt x="881241" y="1397000"/>
                </a:lnTo>
                <a:lnTo>
                  <a:pt x="922204" y="1384300"/>
                </a:lnTo>
                <a:lnTo>
                  <a:pt x="963985" y="1358900"/>
                </a:lnTo>
                <a:lnTo>
                  <a:pt x="1138483" y="1308100"/>
                </a:lnTo>
                <a:lnTo>
                  <a:pt x="1229596" y="1282700"/>
                </a:lnTo>
                <a:lnTo>
                  <a:pt x="1275980" y="1282700"/>
                </a:lnTo>
                <a:lnTo>
                  <a:pt x="1322860" y="1270000"/>
                </a:lnTo>
                <a:lnTo>
                  <a:pt x="2186988" y="1270000"/>
                </a:lnTo>
                <a:lnTo>
                  <a:pt x="2166501" y="1257300"/>
                </a:lnTo>
                <a:lnTo>
                  <a:pt x="2124739" y="1231900"/>
                </a:lnTo>
                <a:lnTo>
                  <a:pt x="2038984" y="1181100"/>
                </a:lnTo>
                <a:lnTo>
                  <a:pt x="1995058" y="1168400"/>
                </a:lnTo>
                <a:lnTo>
                  <a:pt x="1950480" y="1143000"/>
                </a:lnTo>
                <a:lnTo>
                  <a:pt x="1859502" y="1117600"/>
                </a:lnTo>
                <a:lnTo>
                  <a:pt x="1813170" y="1092200"/>
                </a:lnTo>
                <a:lnTo>
                  <a:pt x="1766321" y="1079500"/>
                </a:lnTo>
                <a:lnTo>
                  <a:pt x="1718990" y="1079500"/>
                </a:lnTo>
                <a:lnTo>
                  <a:pt x="1623017" y="1054100"/>
                </a:lnTo>
                <a:lnTo>
                  <a:pt x="1608728" y="1016000"/>
                </a:lnTo>
                <a:lnTo>
                  <a:pt x="1596512" y="965200"/>
                </a:lnTo>
                <a:lnTo>
                  <a:pt x="1586415" y="927100"/>
                </a:lnTo>
                <a:lnTo>
                  <a:pt x="1578483" y="876300"/>
                </a:lnTo>
                <a:lnTo>
                  <a:pt x="1572761" y="825500"/>
                </a:lnTo>
                <a:lnTo>
                  <a:pt x="1569294" y="774700"/>
                </a:lnTo>
                <a:lnTo>
                  <a:pt x="1568128" y="736600"/>
                </a:lnTo>
                <a:lnTo>
                  <a:pt x="1569278" y="685800"/>
                </a:lnTo>
                <a:lnTo>
                  <a:pt x="1572693" y="635000"/>
                </a:lnTo>
                <a:lnTo>
                  <a:pt x="1578321" y="596900"/>
                </a:lnTo>
                <a:lnTo>
                  <a:pt x="1586109" y="546100"/>
                </a:lnTo>
                <a:lnTo>
                  <a:pt x="1596004" y="495300"/>
                </a:lnTo>
                <a:lnTo>
                  <a:pt x="1607955" y="457200"/>
                </a:lnTo>
                <a:lnTo>
                  <a:pt x="1621908" y="406400"/>
                </a:lnTo>
                <a:lnTo>
                  <a:pt x="1637810" y="368300"/>
                </a:lnTo>
                <a:lnTo>
                  <a:pt x="1655610" y="330200"/>
                </a:lnTo>
                <a:lnTo>
                  <a:pt x="1675254" y="279400"/>
                </a:lnTo>
                <a:lnTo>
                  <a:pt x="1696691" y="241300"/>
                </a:lnTo>
                <a:lnTo>
                  <a:pt x="1719867" y="203200"/>
                </a:lnTo>
                <a:lnTo>
                  <a:pt x="1744731" y="165100"/>
                </a:lnTo>
                <a:lnTo>
                  <a:pt x="1771229" y="127000"/>
                </a:lnTo>
                <a:lnTo>
                  <a:pt x="1799309" y="101600"/>
                </a:lnTo>
                <a:lnTo>
                  <a:pt x="1828918" y="63500"/>
                </a:lnTo>
                <a:lnTo>
                  <a:pt x="1860004" y="25400"/>
                </a:lnTo>
                <a:lnTo>
                  <a:pt x="1884580" y="0"/>
                </a:lnTo>
                <a:close/>
              </a:path>
              <a:path w="3787775" h="6858000">
                <a:moveTo>
                  <a:pt x="2607956" y="5461000"/>
                </a:moveTo>
                <a:lnTo>
                  <a:pt x="2413445" y="5461000"/>
                </a:lnTo>
                <a:lnTo>
                  <a:pt x="2268799" y="5499100"/>
                </a:lnTo>
                <a:lnTo>
                  <a:pt x="2086204" y="5549900"/>
                </a:lnTo>
                <a:lnTo>
                  <a:pt x="2042652" y="5575300"/>
                </a:lnTo>
                <a:lnTo>
                  <a:pt x="2000020" y="5600700"/>
                </a:lnTo>
                <a:lnTo>
                  <a:pt x="1958344" y="5613400"/>
                </a:lnTo>
                <a:lnTo>
                  <a:pt x="1917667" y="5638800"/>
                </a:lnTo>
                <a:lnTo>
                  <a:pt x="1878027" y="5664200"/>
                </a:lnTo>
                <a:lnTo>
                  <a:pt x="1839463" y="5702300"/>
                </a:lnTo>
                <a:lnTo>
                  <a:pt x="1802016" y="5727700"/>
                </a:lnTo>
                <a:lnTo>
                  <a:pt x="1765725" y="5753100"/>
                </a:lnTo>
                <a:lnTo>
                  <a:pt x="1730629" y="5791200"/>
                </a:lnTo>
                <a:lnTo>
                  <a:pt x="1696769" y="5816600"/>
                </a:lnTo>
                <a:lnTo>
                  <a:pt x="1664184" y="5854700"/>
                </a:lnTo>
                <a:lnTo>
                  <a:pt x="1632913" y="5892800"/>
                </a:lnTo>
                <a:lnTo>
                  <a:pt x="1602996" y="5930900"/>
                </a:lnTo>
                <a:lnTo>
                  <a:pt x="1574474" y="5969000"/>
                </a:lnTo>
                <a:lnTo>
                  <a:pt x="1547384" y="6007100"/>
                </a:lnTo>
                <a:lnTo>
                  <a:pt x="1521768" y="6045200"/>
                </a:lnTo>
                <a:lnTo>
                  <a:pt x="1497664" y="6083300"/>
                </a:lnTo>
                <a:lnTo>
                  <a:pt x="1475113" y="6121400"/>
                </a:lnTo>
                <a:lnTo>
                  <a:pt x="1744731" y="6121400"/>
                </a:lnTo>
                <a:lnTo>
                  <a:pt x="1771229" y="6083300"/>
                </a:lnTo>
                <a:lnTo>
                  <a:pt x="1799309" y="6045200"/>
                </a:lnTo>
                <a:lnTo>
                  <a:pt x="1828918" y="6007100"/>
                </a:lnTo>
                <a:lnTo>
                  <a:pt x="1860004" y="5981700"/>
                </a:lnTo>
                <a:lnTo>
                  <a:pt x="1892515" y="5943600"/>
                </a:lnTo>
                <a:lnTo>
                  <a:pt x="1926397" y="5918200"/>
                </a:lnTo>
                <a:lnTo>
                  <a:pt x="1961598" y="5892800"/>
                </a:lnTo>
                <a:lnTo>
                  <a:pt x="1998066" y="5867400"/>
                </a:lnTo>
                <a:lnTo>
                  <a:pt x="2035748" y="5842000"/>
                </a:lnTo>
                <a:lnTo>
                  <a:pt x="2074592" y="5816600"/>
                </a:lnTo>
                <a:lnTo>
                  <a:pt x="2114545" y="5791200"/>
                </a:lnTo>
                <a:lnTo>
                  <a:pt x="2155554" y="5778500"/>
                </a:lnTo>
                <a:lnTo>
                  <a:pt x="2197567" y="5753100"/>
                </a:lnTo>
                <a:lnTo>
                  <a:pt x="2329103" y="5715000"/>
                </a:lnTo>
                <a:lnTo>
                  <a:pt x="2374606" y="5702300"/>
                </a:lnTo>
                <a:lnTo>
                  <a:pt x="2420850" y="5702300"/>
                </a:lnTo>
                <a:lnTo>
                  <a:pt x="2467783" y="5689600"/>
                </a:lnTo>
                <a:lnTo>
                  <a:pt x="2563503" y="5689600"/>
                </a:lnTo>
                <a:lnTo>
                  <a:pt x="2607956" y="5676900"/>
                </a:lnTo>
                <a:lnTo>
                  <a:pt x="2644259" y="5651500"/>
                </a:lnTo>
                <a:lnTo>
                  <a:pt x="2668738" y="5613400"/>
                </a:lnTo>
                <a:lnTo>
                  <a:pt x="2677714" y="5575300"/>
                </a:lnTo>
                <a:lnTo>
                  <a:pt x="2668738" y="5524500"/>
                </a:lnTo>
                <a:lnTo>
                  <a:pt x="2644259" y="5486400"/>
                </a:lnTo>
                <a:lnTo>
                  <a:pt x="2607956" y="5461000"/>
                </a:lnTo>
                <a:close/>
              </a:path>
              <a:path w="3787775" h="6858000">
                <a:moveTo>
                  <a:pt x="2186988" y="1270000"/>
                </a:moveTo>
                <a:lnTo>
                  <a:pt x="1523547" y="1270000"/>
                </a:lnTo>
                <a:lnTo>
                  <a:pt x="1573828" y="1282700"/>
                </a:lnTo>
                <a:lnTo>
                  <a:pt x="1623610" y="1282700"/>
                </a:lnTo>
                <a:lnTo>
                  <a:pt x="1816778" y="1333500"/>
                </a:lnTo>
                <a:lnTo>
                  <a:pt x="1863336" y="1358900"/>
                </a:lnTo>
                <a:lnTo>
                  <a:pt x="1909103" y="1371600"/>
                </a:lnTo>
                <a:lnTo>
                  <a:pt x="1954031" y="1397000"/>
                </a:lnTo>
                <a:lnTo>
                  <a:pt x="1998071" y="1422400"/>
                </a:lnTo>
                <a:lnTo>
                  <a:pt x="2041174" y="1447800"/>
                </a:lnTo>
                <a:lnTo>
                  <a:pt x="2083292" y="1473200"/>
                </a:lnTo>
                <a:lnTo>
                  <a:pt x="2124376" y="1498600"/>
                </a:lnTo>
                <a:lnTo>
                  <a:pt x="2164377" y="1536700"/>
                </a:lnTo>
                <a:lnTo>
                  <a:pt x="2203246" y="1562100"/>
                </a:lnTo>
                <a:lnTo>
                  <a:pt x="2240936" y="1600200"/>
                </a:lnTo>
                <a:lnTo>
                  <a:pt x="2277153" y="1638300"/>
                </a:lnTo>
                <a:lnTo>
                  <a:pt x="2311595" y="1676400"/>
                </a:lnTo>
                <a:lnTo>
                  <a:pt x="2344242" y="1714500"/>
                </a:lnTo>
                <a:lnTo>
                  <a:pt x="2375073" y="1752600"/>
                </a:lnTo>
                <a:lnTo>
                  <a:pt x="2404066" y="1790700"/>
                </a:lnTo>
                <a:lnTo>
                  <a:pt x="2431201" y="1841500"/>
                </a:lnTo>
                <a:lnTo>
                  <a:pt x="2456456" y="1879600"/>
                </a:lnTo>
                <a:lnTo>
                  <a:pt x="2479812" y="1930400"/>
                </a:lnTo>
                <a:lnTo>
                  <a:pt x="2501246" y="1968500"/>
                </a:lnTo>
                <a:lnTo>
                  <a:pt x="2520738" y="2019300"/>
                </a:lnTo>
                <a:lnTo>
                  <a:pt x="2538268" y="2057400"/>
                </a:lnTo>
                <a:lnTo>
                  <a:pt x="2553813" y="2108200"/>
                </a:lnTo>
                <a:lnTo>
                  <a:pt x="2567354" y="2159000"/>
                </a:lnTo>
                <a:lnTo>
                  <a:pt x="2578869" y="2209800"/>
                </a:lnTo>
                <a:lnTo>
                  <a:pt x="2588337" y="2260600"/>
                </a:lnTo>
                <a:lnTo>
                  <a:pt x="2595737" y="2311400"/>
                </a:lnTo>
                <a:lnTo>
                  <a:pt x="2601050" y="2349500"/>
                </a:lnTo>
                <a:lnTo>
                  <a:pt x="2604252" y="2400300"/>
                </a:lnTo>
                <a:lnTo>
                  <a:pt x="2605324" y="2463800"/>
                </a:lnTo>
                <a:lnTo>
                  <a:pt x="2614301" y="2501900"/>
                </a:lnTo>
                <a:lnTo>
                  <a:pt x="2638779" y="2540000"/>
                </a:lnTo>
                <a:lnTo>
                  <a:pt x="2675083" y="2565400"/>
                </a:lnTo>
                <a:lnTo>
                  <a:pt x="2719535" y="2578100"/>
                </a:lnTo>
                <a:lnTo>
                  <a:pt x="2763995" y="2565400"/>
                </a:lnTo>
                <a:lnTo>
                  <a:pt x="2800303" y="2540000"/>
                </a:lnTo>
                <a:lnTo>
                  <a:pt x="2824782" y="2501900"/>
                </a:lnTo>
                <a:lnTo>
                  <a:pt x="2833759" y="2463800"/>
                </a:lnTo>
                <a:lnTo>
                  <a:pt x="2832887" y="2413000"/>
                </a:lnTo>
                <a:lnTo>
                  <a:pt x="2830279" y="2362200"/>
                </a:lnTo>
                <a:lnTo>
                  <a:pt x="2825949" y="2311400"/>
                </a:lnTo>
                <a:lnTo>
                  <a:pt x="2819912" y="2260600"/>
                </a:lnTo>
                <a:lnTo>
                  <a:pt x="2812180" y="2209800"/>
                </a:lnTo>
                <a:lnTo>
                  <a:pt x="2802769" y="2159000"/>
                </a:lnTo>
                <a:lnTo>
                  <a:pt x="2791693" y="2108200"/>
                </a:lnTo>
                <a:lnTo>
                  <a:pt x="2778964" y="2070100"/>
                </a:lnTo>
                <a:lnTo>
                  <a:pt x="2764598" y="2019300"/>
                </a:lnTo>
                <a:lnTo>
                  <a:pt x="2748607" y="1968500"/>
                </a:lnTo>
                <a:lnTo>
                  <a:pt x="2731007" y="1930400"/>
                </a:lnTo>
                <a:lnTo>
                  <a:pt x="2711810" y="1879600"/>
                </a:lnTo>
                <a:lnTo>
                  <a:pt x="2691032" y="1841500"/>
                </a:lnTo>
                <a:lnTo>
                  <a:pt x="2668685" y="1790700"/>
                </a:lnTo>
                <a:lnTo>
                  <a:pt x="2644784" y="1752600"/>
                </a:lnTo>
                <a:lnTo>
                  <a:pt x="2619344" y="1701800"/>
                </a:lnTo>
                <a:lnTo>
                  <a:pt x="2592376" y="1663700"/>
                </a:lnTo>
                <a:lnTo>
                  <a:pt x="2563897" y="1625600"/>
                </a:lnTo>
                <a:lnTo>
                  <a:pt x="2533919" y="1587500"/>
                </a:lnTo>
                <a:lnTo>
                  <a:pt x="2502457" y="1549400"/>
                </a:lnTo>
                <a:lnTo>
                  <a:pt x="2469525" y="1511300"/>
                </a:lnTo>
                <a:lnTo>
                  <a:pt x="2435136" y="1473200"/>
                </a:lnTo>
                <a:lnTo>
                  <a:pt x="2399305" y="1435100"/>
                </a:lnTo>
                <a:lnTo>
                  <a:pt x="2362790" y="1397000"/>
                </a:lnTo>
                <a:lnTo>
                  <a:pt x="2325315" y="1371600"/>
                </a:lnTo>
                <a:lnTo>
                  <a:pt x="2286915" y="1333500"/>
                </a:lnTo>
                <a:lnTo>
                  <a:pt x="2247623" y="1308100"/>
                </a:lnTo>
                <a:lnTo>
                  <a:pt x="2207474" y="1282700"/>
                </a:lnTo>
                <a:lnTo>
                  <a:pt x="2186988" y="1270000"/>
                </a:lnTo>
                <a:close/>
              </a:path>
              <a:path w="3787775" h="6858000">
                <a:moveTo>
                  <a:pt x="3673090" y="3059949"/>
                </a:moveTo>
                <a:lnTo>
                  <a:pt x="3628630" y="3068924"/>
                </a:lnTo>
                <a:lnTo>
                  <a:pt x="3592322" y="3093399"/>
                </a:lnTo>
                <a:lnTo>
                  <a:pt x="3567842" y="3129703"/>
                </a:lnTo>
                <a:lnTo>
                  <a:pt x="3558866" y="3174160"/>
                </a:lnTo>
                <a:lnTo>
                  <a:pt x="3558866" y="6675245"/>
                </a:lnTo>
                <a:lnTo>
                  <a:pt x="3557716" y="6723398"/>
                </a:lnTo>
                <a:lnTo>
                  <a:pt x="3554300" y="6770966"/>
                </a:lnTo>
                <a:lnTo>
                  <a:pt x="3548673" y="6817899"/>
                </a:lnTo>
                <a:lnTo>
                  <a:pt x="3541919" y="6858000"/>
                </a:lnTo>
                <a:lnTo>
                  <a:pt x="3773579" y="6858000"/>
                </a:lnTo>
                <a:lnTo>
                  <a:pt x="3779052" y="6817769"/>
                </a:lnTo>
                <a:lnTo>
                  <a:pt x="3783612" y="6770746"/>
                </a:lnTo>
                <a:lnTo>
                  <a:pt x="3786373" y="6723227"/>
                </a:lnTo>
                <a:lnTo>
                  <a:pt x="3787301" y="6675245"/>
                </a:lnTo>
                <a:lnTo>
                  <a:pt x="3787301" y="3174160"/>
                </a:lnTo>
                <a:lnTo>
                  <a:pt x="3778324" y="3129703"/>
                </a:lnTo>
                <a:lnTo>
                  <a:pt x="3753846" y="3093399"/>
                </a:lnTo>
                <a:lnTo>
                  <a:pt x="3717542" y="3068924"/>
                </a:lnTo>
                <a:lnTo>
                  <a:pt x="3673090" y="3059949"/>
                </a:lnTo>
                <a:close/>
              </a:path>
              <a:path w="3787775" h="6858000">
                <a:moveTo>
                  <a:pt x="3547339" y="0"/>
                </a:moveTo>
                <a:lnTo>
                  <a:pt x="3242416" y="0"/>
                </a:lnTo>
                <a:lnTo>
                  <a:pt x="3266991" y="23498"/>
                </a:lnTo>
                <a:lnTo>
                  <a:pt x="3298077" y="56009"/>
                </a:lnTo>
                <a:lnTo>
                  <a:pt x="3327686" y="89891"/>
                </a:lnTo>
                <a:lnTo>
                  <a:pt x="3355766" y="125092"/>
                </a:lnTo>
                <a:lnTo>
                  <a:pt x="3382264" y="161560"/>
                </a:lnTo>
                <a:lnTo>
                  <a:pt x="3407127" y="199242"/>
                </a:lnTo>
                <a:lnTo>
                  <a:pt x="3430303" y="238086"/>
                </a:lnTo>
                <a:lnTo>
                  <a:pt x="3451740" y="278039"/>
                </a:lnTo>
                <a:lnTo>
                  <a:pt x="3471384" y="319048"/>
                </a:lnTo>
                <a:lnTo>
                  <a:pt x="3489184" y="361061"/>
                </a:lnTo>
                <a:lnTo>
                  <a:pt x="3505086" y="404025"/>
                </a:lnTo>
                <a:lnTo>
                  <a:pt x="3519039" y="447888"/>
                </a:lnTo>
                <a:lnTo>
                  <a:pt x="3530989" y="492597"/>
                </a:lnTo>
                <a:lnTo>
                  <a:pt x="3540885" y="538100"/>
                </a:lnTo>
                <a:lnTo>
                  <a:pt x="3548688" y="584474"/>
                </a:lnTo>
                <a:lnTo>
                  <a:pt x="3554316" y="631497"/>
                </a:lnTo>
                <a:lnTo>
                  <a:pt x="3557720" y="679016"/>
                </a:lnTo>
                <a:lnTo>
                  <a:pt x="3558866" y="726997"/>
                </a:lnTo>
                <a:lnTo>
                  <a:pt x="3558866" y="1732240"/>
                </a:lnTo>
                <a:lnTo>
                  <a:pt x="3567842" y="1776693"/>
                </a:lnTo>
                <a:lnTo>
                  <a:pt x="3592322" y="1812997"/>
                </a:lnTo>
                <a:lnTo>
                  <a:pt x="3628630" y="1837475"/>
                </a:lnTo>
                <a:lnTo>
                  <a:pt x="3673090" y="1846451"/>
                </a:lnTo>
                <a:lnTo>
                  <a:pt x="3717542" y="1837475"/>
                </a:lnTo>
                <a:lnTo>
                  <a:pt x="3753846" y="1812997"/>
                </a:lnTo>
                <a:lnTo>
                  <a:pt x="3778324" y="1776693"/>
                </a:lnTo>
                <a:lnTo>
                  <a:pt x="3787301" y="1732240"/>
                </a:lnTo>
                <a:lnTo>
                  <a:pt x="3787301" y="726997"/>
                </a:lnTo>
                <a:lnTo>
                  <a:pt x="3786363" y="678845"/>
                </a:lnTo>
                <a:lnTo>
                  <a:pt x="3783590" y="631277"/>
                </a:lnTo>
                <a:lnTo>
                  <a:pt x="3779034" y="584344"/>
                </a:lnTo>
                <a:lnTo>
                  <a:pt x="3772728" y="537982"/>
                </a:lnTo>
                <a:lnTo>
                  <a:pt x="3764673" y="492056"/>
                </a:lnTo>
                <a:lnTo>
                  <a:pt x="3754922" y="446728"/>
                </a:lnTo>
                <a:lnTo>
                  <a:pt x="3743510" y="402034"/>
                </a:lnTo>
                <a:lnTo>
                  <a:pt x="3730471" y="358008"/>
                </a:lnTo>
                <a:lnTo>
                  <a:pt x="3715838" y="314684"/>
                </a:lnTo>
                <a:lnTo>
                  <a:pt x="3699646" y="272097"/>
                </a:lnTo>
                <a:lnTo>
                  <a:pt x="3681930" y="230280"/>
                </a:lnTo>
                <a:lnTo>
                  <a:pt x="3662723" y="189268"/>
                </a:lnTo>
                <a:lnTo>
                  <a:pt x="3642060" y="149095"/>
                </a:lnTo>
                <a:lnTo>
                  <a:pt x="3619976" y="109796"/>
                </a:lnTo>
                <a:lnTo>
                  <a:pt x="3596504" y="71404"/>
                </a:lnTo>
                <a:lnTo>
                  <a:pt x="3571678" y="33955"/>
                </a:lnTo>
                <a:lnTo>
                  <a:pt x="3547339" y="0"/>
                </a:lnTo>
                <a:close/>
              </a:path>
            </a:pathLst>
          </a:custGeom>
          <a:solidFill>
            <a:srgbClr val="6685C2">
              <a:alpha val="14999"/>
            </a:srgbClr>
          </a:solidFill>
        </p:spPr>
        <p:txBody>
          <a:bodyPr wrap="square" lIns="0" tIns="0" rIns="0" bIns="0" rtlCol="0"/>
          <a:lstStyle/>
          <a:p>
            <a:endParaRPr/>
          </a:p>
        </p:txBody>
      </p:sp>
      <p:sp>
        <p:nvSpPr>
          <p:cNvPr id="19" name="bg object 19"/>
          <p:cNvSpPr/>
          <p:nvPr/>
        </p:nvSpPr>
        <p:spPr>
          <a:xfrm>
            <a:off x="5780999" y="725514"/>
            <a:ext cx="3782695" cy="1911350"/>
          </a:xfrm>
          <a:custGeom>
            <a:avLst/>
            <a:gdLst/>
            <a:ahLst/>
            <a:cxnLst/>
            <a:rect l="l" t="t" r="r" b="b"/>
            <a:pathLst>
              <a:path w="3782695" h="1911350">
                <a:moveTo>
                  <a:pt x="1044879" y="0"/>
                </a:moveTo>
                <a:lnTo>
                  <a:pt x="1000424" y="1513"/>
                </a:lnTo>
                <a:lnTo>
                  <a:pt x="964125" y="9572"/>
                </a:lnTo>
                <a:lnTo>
                  <a:pt x="939654" y="29457"/>
                </a:lnTo>
                <a:lnTo>
                  <a:pt x="930681" y="66446"/>
                </a:lnTo>
                <a:lnTo>
                  <a:pt x="930681" y="892505"/>
                </a:lnTo>
                <a:lnTo>
                  <a:pt x="114211" y="892505"/>
                </a:lnTo>
                <a:lnTo>
                  <a:pt x="69758" y="901481"/>
                </a:lnTo>
                <a:lnTo>
                  <a:pt x="33454" y="925960"/>
                </a:lnTo>
                <a:lnTo>
                  <a:pt x="8976" y="962263"/>
                </a:lnTo>
                <a:lnTo>
                  <a:pt x="0" y="1006716"/>
                </a:lnTo>
                <a:lnTo>
                  <a:pt x="8976" y="1051176"/>
                </a:lnTo>
                <a:lnTo>
                  <a:pt x="33454" y="1087483"/>
                </a:lnTo>
                <a:lnTo>
                  <a:pt x="69758" y="1111963"/>
                </a:lnTo>
                <a:lnTo>
                  <a:pt x="114211" y="1120940"/>
                </a:lnTo>
                <a:lnTo>
                  <a:pt x="1981555" y="1120940"/>
                </a:lnTo>
                <a:lnTo>
                  <a:pt x="1990085" y="1175750"/>
                </a:lnTo>
                <a:lnTo>
                  <a:pt x="2001873" y="1229821"/>
                </a:lnTo>
                <a:lnTo>
                  <a:pt x="2016974" y="1283078"/>
                </a:lnTo>
                <a:lnTo>
                  <a:pt x="2035444" y="1335443"/>
                </a:lnTo>
                <a:lnTo>
                  <a:pt x="2057336" y="1386839"/>
                </a:lnTo>
                <a:lnTo>
                  <a:pt x="2084240" y="1423373"/>
                </a:lnTo>
                <a:lnTo>
                  <a:pt x="2121765" y="1445972"/>
                </a:lnTo>
                <a:lnTo>
                  <a:pt x="2164998" y="1452896"/>
                </a:lnTo>
                <a:lnTo>
                  <a:pt x="2209025" y="1442402"/>
                </a:lnTo>
                <a:lnTo>
                  <a:pt x="2245579" y="1415543"/>
                </a:lnTo>
                <a:lnTo>
                  <a:pt x="2268213" y="1378053"/>
                </a:lnTo>
                <a:lnTo>
                  <a:pt x="2275140" y="1334812"/>
                </a:lnTo>
                <a:lnTo>
                  <a:pt x="2264575" y="1290700"/>
                </a:lnTo>
                <a:lnTo>
                  <a:pt x="2245567" y="1245573"/>
                </a:lnTo>
                <a:lnTo>
                  <a:pt x="2229983" y="1199467"/>
                </a:lnTo>
                <a:lnTo>
                  <a:pt x="2217835" y="1152456"/>
                </a:lnTo>
                <a:lnTo>
                  <a:pt x="2209141" y="1104613"/>
                </a:lnTo>
                <a:lnTo>
                  <a:pt x="2203913" y="1056008"/>
                </a:lnTo>
                <a:lnTo>
                  <a:pt x="2202167" y="1006716"/>
                </a:lnTo>
                <a:lnTo>
                  <a:pt x="2203867" y="958530"/>
                </a:lnTo>
                <a:lnTo>
                  <a:pt x="2208890" y="911246"/>
                </a:lnTo>
                <a:lnTo>
                  <a:pt x="2217121" y="864981"/>
                </a:lnTo>
                <a:lnTo>
                  <a:pt x="2228445" y="819849"/>
                </a:lnTo>
                <a:lnTo>
                  <a:pt x="2242747" y="775966"/>
                </a:lnTo>
                <a:lnTo>
                  <a:pt x="2259911" y="733446"/>
                </a:lnTo>
                <a:lnTo>
                  <a:pt x="2279821" y="692405"/>
                </a:lnTo>
                <a:lnTo>
                  <a:pt x="2302363" y="652959"/>
                </a:lnTo>
                <a:lnTo>
                  <a:pt x="2327422" y="615222"/>
                </a:lnTo>
                <a:lnTo>
                  <a:pt x="2354882" y="579310"/>
                </a:lnTo>
                <a:lnTo>
                  <a:pt x="2384628" y="545339"/>
                </a:lnTo>
                <a:lnTo>
                  <a:pt x="2416544" y="513422"/>
                </a:lnTo>
                <a:lnTo>
                  <a:pt x="2450516" y="483677"/>
                </a:lnTo>
                <a:lnTo>
                  <a:pt x="2486428" y="456217"/>
                </a:lnTo>
                <a:lnTo>
                  <a:pt x="2524164" y="431158"/>
                </a:lnTo>
                <a:lnTo>
                  <a:pt x="2563611" y="408616"/>
                </a:lnTo>
                <a:lnTo>
                  <a:pt x="2604651" y="388705"/>
                </a:lnTo>
                <a:lnTo>
                  <a:pt x="2647171" y="371542"/>
                </a:lnTo>
                <a:lnTo>
                  <a:pt x="2691054" y="357240"/>
                </a:lnTo>
                <a:lnTo>
                  <a:pt x="2736186" y="345916"/>
                </a:lnTo>
                <a:lnTo>
                  <a:pt x="2782452" y="337685"/>
                </a:lnTo>
                <a:lnTo>
                  <a:pt x="2829735" y="332662"/>
                </a:lnTo>
                <a:lnTo>
                  <a:pt x="2877921" y="330961"/>
                </a:lnTo>
                <a:lnTo>
                  <a:pt x="2926109" y="332662"/>
                </a:lnTo>
                <a:lnTo>
                  <a:pt x="2973394" y="337685"/>
                </a:lnTo>
                <a:lnTo>
                  <a:pt x="3019660" y="345916"/>
                </a:lnTo>
                <a:lnTo>
                  <a:pt x="3064793" y="357240"/>
                </a:lnTo>
                <a:lnTo>
                  <a:pt x="3108678" y="371542"/>
                </a:lnTo>
                <a:lnTo>
                  <a:pt x="3151199" y="388705"/>
                </a:lnTo>
                <a:lnTo>
                  <a:pt x="3192240" y="408616"/>
                </a:lnTo>
                <a:lnTo>
                  <a:pt x="3231687" y="431158"/>
                </a:lnTo>
                <a:lnTo>
                  <a:pt x="3269424" y="456217"/>
                </a:lnTo>
                <a:lnTo>
                  <a:pt x="3305337" y="483677"/>
                </a:lnTo>
                <a:lnTo>
                  <a:pt x="3339309" y="513422"/>
                </a:lnTo>
                <a:lnTo>
                  <a:pt x="3371226" y="545339"/>
                </a:lnTo>
                <a:lnTo>
                  <a:pt x="3400972" y="579310"/>
                </a:lnTo>
                <a:lnTo>
                  <a:pt x="3428432" y="615222"/>
                </a:lnTo>
                <a:lnTo>
                  <a:pt x="3453491" y="652959"/>
                </a:lnTo>
                <a:lnTo>
                  <a:pt x="3476033" y="692405"/>
                </a:lnTo>
                <a:lnTo>
                  <a:pt x="3495944" y="733446"/>
                </a:lnTo>
                <a:lnTo>
                  <a:pt x="3513108" y="775966"/>
                </a:lnTo>
                <a:lnTo>
                  <a:pt x="3527409" y="819849"/>
                </a:lnTo>
                <a:lnTo>
                  <a:pt x="3538733" y="864981"/>
                </a:lnTo>
                <a:lnTo>
                  <a:pt x="3546965" y="911246"/>
                </a:lnTo>
                <a:lnTo>
                  <a:pt x="3551988" y="958530"/>
                </a:lnTo>
                <a:lnTo>
                  <a:pt x="3553688" y="1006716"/>
                </a:lnTo>
                <a:lnTo>
                  <a:pt x="3551988" y="1054903"/>
                </a:lnTo>
                <a:lnTo>
                  <a:pt x="3546965" y="1102188"/>
                </a:lnTo>
                <a:lnTo>
                  <a:pt x="3538733" y="1148455"/>
                </a:lnTo>
                <a:lnTo>
                  <a:pt x="3527409" y="1193588"/>
                </a:lnTo>
                <a:lnTo>
                  <a:pt x="3513108" y="1237473"/>
                </a:lnTo>
                <a:lnTo>
                  <a:pt x="3495944" y="1279993"/>
                </a:lnTo>
                <a:lnTo>
                  <a:pt x="3476033" y="1321035"/>
                </a:lnTo>
                <a:lnTo>
                  <a:pt x="3453491" y="1360482"/>
                </a:lnTo>
                <a:lnTo>
                  <a:pt x="3428432" y="1398219"/>
                </a:lnTo>
                <a:lnTo>
                  <a:pt x="3400972" y="1434132"/>
                </a:lnTo>
                <a:lnTo>
                  <a:pt x="3371226" y="1468104"/>
                </a:lnTo>
                <a:lnTo>
                  <a:pt x="3339309" y="1500021"/>
                </a:lnTo>
                <a:lnTo>
                  <a:pt x="3305337" y="1529767"/>
                </a:lnTo>
                <a:lnTo>
                  <a:pt x="3269424" y="1557227"/>
                </a:lnTo>
                <a:lnTo>
                  <a:pt x="3231687" y="1582286"/>
                </a:lnTo>
                <a:lnTo>
                  <a:pt x="3192240" y="1604828"/>
                </a:lnTo>
                <a:lnTo>
                  <a:pt x="3151199" y="1624739"/>
                </a:lnTo>
                <a:lnTo>
                  <a:pt x="3108678" y="1641903"/>
                </a:lnTo>
                <a:lnTo>
                  <a:pt x="3064793" y="1656204"/>
                </a:lnTo>
                <a:lnTo>
                  <a:pt x="3019660" y="1667528"/>
                </a:lnTo>
                <a:lnTo>
                  <a:pt x="2973394" y="1675759"/>
                </a:lnTo>
                <a:lnTo>
                  <a:pt x="2926109" y="1680783"/>
                </a:lnTo>
                <a:lnTo>
                  <a:pt x="2877921" y="1682483"/>
                </a:lnTo>
                <a:lnTo>
                  <a:pt x="2828420" y="1680724"/>
                </a:lnTo>
                <a:lnTo>
                  <a:pt x="2779612" y="1675459"/>
                </a:lnTo>
                <a:lnTo>
                  <a:pt x="2731569" y="1666701"/>
                </a:lnTo>
                <a:lnTo>
                  <a:pt x="2684367" y="1654468"/>
                </a:lnTo>
                <a:lnTo>
                  <a:pt x="2638080" y="1638772"/>
                </a:lnTo>
                <a:lnTo>
                  <a:pt x="2592781" y="1619630"/>
                </a:lnTo>
                <a:lnTo>
                  <a:pt x="2548751" y="1609003"/>
                </a:lnTo>
                <a:lnTo>
                  <a:pt x="2505508" y="1615852"/>
                </a:lnTo>
                <a:lnTo>
                  <a:pt x="2467963" y="1638408"/>
                </a:lnTo>
                <a:lnTo>
                  <a:pt x="2441028" y="1674901"/>
                </a:lnTo>
                <a:lnTo>
                  <a:pt x="2430378" y="1718986"/>
                </a:lnTo>
                <a:lnTo>
                  <a:pt x="2437225" y="1762234"/>
                </a:lnTo>
                <a:lnTo>
                  <a:pt x="2459788" y="1799750"/>
                </a:lnTo>
                <a:lnTo>
                  <a:pt x="2496286" y="1826640"/>
                </a:lnTo>
                <a:lnTo>
                  <a:pt x="2541681" y="1846324"/>
                </a:lnTo>
                <a:lnTo>
                  <a:pt x="2587819" y="1863410"/>
                </a:lnTo>
                <a:lnTo>
                  <a:pt x="2634657" y="1877891"/>
                </a:lnTo>
                <a:lnTo>
                  <a:pt x="2682155" y="1889758"/>
                </a:lnTo>
                <a:lnTo>
                  <a:pt x="2730272" y="1899003"/>
                </a:lnTo>
                <a:lnTo>
                  <a:pt x="2778966" y="1905616"/>
                </a:lnTo>
                <a:lnTo>
                  <a:pt x="2828196" y="1909591"/>
                </a:lnTo>
                <a:lnTo>
                  <a:pt x="2877921" y="1910918"/>
                </a:lnTo>
                <a:lnTo>
                  <a:pt x="2925871" y="1909662"/>
                </a:lnTo>
                <a:lnTo>
                  <a:pt x="2973177" y="1905937"/>
                </a:lnTo>
                <a:lnTo>
                  <a:pt x="3019777" y="1899805"/>
                </a:lnTo>
                <a:lnTo>
                  <a:pt x="3065608" y="1891330"/>
                </a:lnTo>
                <a:lnTo>
                  <a:pt x="3110606" y="1880574"/>
                </a:lnTo>
                <a:lnTo>
                  <a:pt x="3154709" y="1867601"/>
                </a:lnTo>
                <a:lnTo>
                  <a:pt x="3197853" y="1852472"/>
                </a:lnTo>
                <a:lnTo>
                  <a:pt x="3239977" y="1835253"/>
                </a:lnTo>
                <a:lnTo>
                  <a:pt x="3281016" y="1816004"/>
                </a:lnTo>
                <a:lnTo>
                  <a:pt x="3320908" y="1794790"/>
                </a:lnTo>
                <a:lnTo>
                  <a:pt x="3359589" y="1771673"/>
                </a:lnTo>
                <a:lnTo>
                  <a:pt x="3396998" y="1746716"/>
                </a:lnTo>
                <a:lnTo>
                  <a:pt x="3433070" y="1719982"/>
                </a:lnTo>
                <a:lnTo>
                  <a:pt x="3467744" y="1691535"/>
                </a:lnTo>
                <a:lnTo>
                  <a:pt x="3500955" y="1661436"/>
                </a:lnTo>
                <a:lnTo>
                  <a:pt x="3532642" y="1629750"/>
                </a:lnTo>
                <a:lnTo>
                  <a:pt x="3562740" y="1596539"/>
                </a:lnTo>
                <a:lnTo>
                  <a:pt x="3591188" y="1561865"/>
                </a:lnTo>
                <a:lnTo>
                  <a:pt x="3617921" y="1525793"/>
                </a:lnTo>
                <a:lnTo>
                  <a:pt x="3642878" y="1488384"/>
                </a:lnTo>
                <a:lnTo>
                  <a:pt x="3665995" y="1449702"/>
                </a:lnTo>
                <a:lnTo>
                  <a:pt x="3687209" y="1409810"/>
                </a:lnTo>
                <a:lnTo>
                  <a:pt x="3706458" y="1368771"/>
                </a:lnTo>
                <a:lnTo>
                  <a:pt x="3723678" y="1326648"/>
                </a:lnTo>
                <a:lnTo>
                  <a:pt x="3738806" y="1283503"/>
                </a:lnTo>
                <a:lnTo>
                  <a:pt x="3751779" y="1239401"/>
                </a:lnTo>
                <a:lnTo>
                  <a:pt x="3762535" y="1194402"/>
                </a:lnTo>
                <a:lnTo>
                  <a:pt x="3771010" y="1148572"/>
                </a:lnTo>
                <a:lnTo>
                  <a:pt x="3777142" y="1101972"/>
                </a:lnTo>
                <a:lnTo>
                  <a:pt x="3780867" y="1054666"/>
                </a:lnTo>
                <a:lnTo>
                  <a:pt x="3782123" y="1006716"/>
                </a:lnTo>
                <a:lnTo>
                  <a:pt x="3780867" y="958768"/>
                </a:lnTo>
                <a:lnTo>
                  <a:pt x="3777142" y="911464"/>
                </a:lnTo>
                <a:lnTo>
                  <a:pt x="3771010" y="864866"/>
                </a:lnTo>
                <a:lnTo>
                  <a:pt x="3762535" y="819038"/>
                </a:lnTo>
                <a:lnTo>
                  <a:pt x="3751779" y="774041"/>
                </a:lnTo>
                <a:lnTo>
                  <a:pt x="3738806" y="729940"/>
                </a:lnTo>
                <a:lnTo>
                  <a:pt x="3723678" y="686797"/>
                </a:lnTo>
                <a:lnTo>
                  <a:pt x="3706458" y="644675"/>
                </a:lnTo>
                <a:lnTo>
                  <a:pt x="3687209" y="603638"/>
                </a:lnTo>
                <a:lnTo>
                  <a:pt x="3665995" y="563747"/>
                </a:lnTo>
                <a:lnTo>
                  <a:pt x="3642878" y="525066"/>
                </a:lnTo>
                <a:lnTo>
                  <a:pt x="3617921" y="487659"/>
                </a:lnTo>
                <a:lnTo>
                  <a:pt x="3591188" y="451587"/>
                </a:lnTo>
                <a:lnTo>
                  <a:pt x="3562740" y="416914"/>
                </a:lnTo>
                <a:lnTo>
                  <a:pt x="3532642" y="383704"/>
                </a:lnTo>
                <a:lnTo>
                  <a:pt x="3500955" y="352018"/>
                </a:lnTo>
                <a:lnTo>
                  <a:pt x="3467744" y="321920"/>
                </a:lnTo>
                <a:lnTo>
                  <a:pt x="3433070" y="293473"/>
                </a:lnTo>
                <a:lnTo>
                  <a:pt x="3396998" y="266739"/>
                </a:lnTo>
                <a:lnTo>
                  <a:pt x="3359589" y="241783"/>
                </a:lnTo>
                <a:lnTo>
                  <a:pt x="3320908" y="218666"/>
                </a:lnTo>
                <a:lnTo>
                  <a:pt x="3281016" y="197452"/>
                </a:lnTo>
                <a:lnTo>
                  <a:pt x="3239977" y="178204"/>
                </a:lnTo>
                <a:lnTo>
                  <a:pt x="3197853" y="160984"/>
                </a:lnTo>
                <a:lnTo>
                  <a:pt x="3154709" y="145856"/>
                </a:lnTo>
                <a:lnTo>
                  <a:pt x="3110606" y="132883"/>
                </a:lnTo>
                <a:lnTo>
                  <a:pt x="3065608" y="122127"/>
                </a:lnTo>
                <a:lnTo>
                  <a:pt x="3019777" y="113652"/>
                </a:lnTo>
                <a:lnTo>
                  <a:pt x="2973177" y="107520"/>
                </a:lnTo>
                <a:lnTo>
                  <a:pt x="2925871" y="103795"/>
                </a:lnTo>
                <a:lnTo>
                  <a:pt x="2877921" y="102539"/>
                </a:lnTo>
                <a:lnTo>
                  <a:pt x="2828973" y="103849"/>
                </a:lnTo>
                <a:lnTo>
                  <a:pt x="2780703" y="107734"/>
                </a:lnTo>
                <a:lnTo>
                  <a:pt x="2733178" y="114127"/>
                </a:lnTo>
                <a:lnTo>
                  <a:pt x="2686463" y="122960"/>
                </a:lnTo>
                <a:lnTo>
                  <a:pt x="2640627" y="134166"/>
                </a:lnTo>
                <a:lnTo>
                  <a:pt x="2595734" y="147679"/>
                </a:lnTo>
                <a:lnTo>
                  <a:pt x="2551853" y="163431"/>
                </a:lnTo>
                <a:lnTo>
                  <a:pt x="2509049" y="181355"/>
                </a:lnTo>
                <a:lnTo>
                  <a:pt x="2467389" y="201384"/>
                </a:lnTo>
                <a:lnTo>
                  <a:pt x="2426939" y="223451"/>
                </a:lnTo>
                <a:lnTo>
                  <a:pt x="2387767" y="247487"/>
                </a:lnTo>
                <a:lnTo>
                  <a:pt x="2349939" y="273427"/>
                </a:lnTo>
                <a:lnTo>
                  <a:pt x="2313521" y="301204"/>
                </a:lnTo>
                <a:lnTo>
                  <a:pt x="2278580" y="330749"/>
                </a:lnTo>
                <a:lnTo>
                  <a:pt x="2245182" y="361996"/>
                </a:lnTo>
                <a:lnTo>
                  <a:pt x="2213394" y="394877"/>
                </a:lnTo>
                <a:lnTo>
                  <a:pt x="2183284" y="429326"/>
                </a:lnTo>
                <a:lnTo>
                  <a:pt x="2154916" y="465275"/>
                </a:lnTo>
                <a:lnTo>
                  <a:pt x="2128359" y="502658"/>
                </a:lnTo>
                <a:lnTo>
                  <a:pt x="2103677" y="541406"/>
                </a:lnTo>
                <a:lnTo>
                  <a:pt x="2080939" y="581453"/>
                </a:lnTo>
                <a:lnTo>
                  <a:pt x="2060211" y="622731"/>
                </a:lnTo>
                <a:lnTo>
                  <a:pt x="2041559" y="665174"/>
                </a:lnTo>
                <a:lnTo>
                  <a:pt x="2025049" y="708715"/>
                </a:lnTo>
                <a:lnTo>
                  <a:pt x="2010749" y="753285"/>
                </a:lnTo>
                <a:lnTo>
                  <a:pt x="1998725" y="798818"/>
                </a:lnTo>
                <a:lnTo>
                  <a:pt x="1989043" y="845247"/>
                </a:lnTo>
                <a:lnTo>
                  <a:pt x="1981771" y="892505"/>
                </a:lnTo>
                <a:lnTo>
                  <a:pt x="1159103" y="892505"/>
                </a:lnTo>
                <a:lnTo>
                  <a:pt x="1159103" y="66446"/>
                </a:lnTo>
                <a:lnTo>
                  <a:pt x="1150126" y="29457"/>
                </a:lnTo>
                <a:lnTo>
                  <a:pt x="1125647" y="9572"/>
                </a:lnTo>
                <a:lnTo>
                  <a:pt x="1089339" y="1513"/>
                </a:lnTo>
                <a:lnTo>
                  <a:pt x="1044879" y="0"/>
                </a:lnTo>
                <a:close/>
              </a:path>
            </a:pathLst>
          </a:custGeom>
          <a:solidFill>
            <a:srgbClr val="6685C2">
              <a:alpha val="14999"/>
            </a:srgbClr>
          </a:solidFill>
        </p:spPr>
        <p:txBody>
          <a:bodyPr wrap="square" lIns="0" tIns="0" rIns="0" bIns="0" rtlCol="0"/>
          <a:lstStyle/>
          <a:p>
            <a:endParaRPr/>
          </a:p>
        </p:txBody>
      </p:sp>
      <p:sp>
        <p:nvSpPr>
          <p:cNvPr id="20" name="bg object 20"/>
          <p:cNvSpPr/>
          <p:nvPr/>
        </p:nvSpPr>
        <p:spPr>
          <a:xfrm>
            <a:off x="5776706" y="2730677"/>
            <a:ext cx="2458720" cy="1967230"/>
          </a:xfrm>
          <a:custGeom>
            <a:avLst/>
            <a:gdLst/>
            <a:ahLst/>
            <a:cxnLst/>
            <a:rect l="l" t="t" r="r" b="b"/>
            <a:pathLst>
              <a:path w="2458720" h="1967229">
                <a:moveTo>
                  <a:pt x="1474762" y="0"/>
                </a:moveTo>
                <a:lnTo>
                  <a:pt x="1426315" y="1179"/>
                </a:lnTo>
                <a:lnTo>
                  <a:pt x="1378470" y="4679"/>
                </a:lnTo>
                <a:lnTo>
                  <a:pt x="1331283" y="10446"/>
                </a:lnTo>
                <a:lnTo>
                  <a:pt x="1284808" y="18424"/>
                </a:lnTo>
                <a:lnTo>
                  <a:pt x="1239099" y="28559"/>
                </a:lnTo>
                <a:lnTo>
                  <a:pt x="1194211" y="40796"/>
                </a:lnTo>
                <a:lnTo>
                  <a:pt x="1150198" y="55080"/>
                </a:lnTo>
                <a:lnTo>
                  <a:pt x="1107116" y="71356"/>
                </a:lnTo>
                <a:lnTo>
                  <a:pt x="1065019" y="89568"/>
                </a:lnTo>
                <a:lnTo>
                  <a:pt x="1023961" y="109663"/>
                </a:lnTo>
                <a:lnTo>
                  <a:pt x="983997" y="131585"/>
                </a:lnTo>
                <a:lnTo>
                  <a:pt x="945182" y="155279"/>
                </a:lnTo>
                <a:lnTo>
                  <a:pt x="907570" y="180690"/>
                </a:lnTo>
                <a:lnTo>
                  <a:pt x="871216" y="207764"/>
                </a:lnTo>
                <a:lnTo>
                  <a:pt x="836175" y="236446"/>
                </a:lnTo>
                <a:lnTo>
                  <a:pt x="802501" y="266680"/>
                </a:lnTo>
                <a:lnTo>
                  <a:pt x="770249" y="298412"/>
                </a:lnTo>
                <a:lnTo>
                  <a:pt x="739473" y="331586"/>
                </a:lnTo>
                <a:lnTo>
                  <a:pt x="710228" y="366149"/>
                </a:lnTo>
                <a:lnTo>
                  <a:pt x="682569" y="402044"/>
                </a:lnTo>
                <a:lnTo>
                  <a:pt x="656549" y="439217"/>
                </a:lnTo>
                <a:lnTo>
                  <a:pt x="632225" y="477614"/>
                </a:lnTo>
                <a:lnTo>
                  <a:pt x="609651" y="517178"/>
                </a:lnTo>
                <a:lnTo>
                  <a:pt x="588880" y="557856"/>
                </a:lnTo>
                <a:lnTo>
                  <a:pt x="569968" y="599593"/>
                </a:lnTo>
                <a:lnTo>
                  <a:pt x="552970" y="642333"/>
                </a:lnTo>
                <a:lnTo>
                  <a:pt x="537939" y="686021"/>
                </a:lnTo>
                <a:lnTo>
                  <a:pt x="524931" y="730603"/>
                </a:lnTo>
                <a:lnTo>
                  <a:pt x="514000" y="776024"/>
                </a:lnTo>
                <a:lnTo>
                  <a:pt x="505201" y="822229"/>
                </a:lnTo>
                <a:lnTo>
                  <a:pt x="498589" y="869162"/>
                </a:lnTo>
                <a:lnTo>
                  <a:pt x="114211" y="869162"/>
                </a:lnTo>
                <a:lnTo>
                  <a:pt x="69753" y="878141"/>
                </a:lnTo>
                <a:lnTo>
                  <a:pt x="33450" y="902623"/>
                </a:lnTo>
                <a:lnTo>
                  <a:pt x="8974" y="938932"/>
                </a:lnTo>
                <a:lnTo>
                  <a:pt x="0" y="983386"/>
                </a:lnTo>
                <a:lnTo>
                  <a:pt x="8974" y="1027838"/>
                </a:lnTo>
                <a:lnTo>
                  <a:pt x="33450" y="1064142"/>
                </a:lnTo>
                <a:lnTo>
                  <a:pt x="69753" y="1088620"/>
                </a:lnTo>
                <a:lnTo>
                  <a:pt x="114211" y="1097597"/>
                </a:lnTo>
                <a:lnTo>
                  <a:pt x="498589" y="1097597"/>
                </a:lnTo>
                <a:lnTo>
                  <a:pt x="505201" y="1144531"/>
                </a:lnTo>
                <a:lnTo>
                  <a:pt x="514000" y="1190735"/>
                </a:lnTo>
                <a:lnTo>
                  <a:pt x="524931" y="1236156"/>
                </a:lnTo>
                <a:lnTo>
                  <a:pt x="537939" y="1280739"/>
                </a:lnTo>
                <a:lnTo>
                  <a:pt x="552970" y="1324427"/>
                </a:lnTo>
                <a:lnTo>
                  <a:pt x="569968" y="1367167"/>
                </a:lnTo>
                <a:lnTo>
                  <a:pt x="588880" y="1408904"/>
                </a:lnTo>
                <a:lnTo>
                  <a:pt x="609651" y="1449583"/>
                </a:lnTo>
                <a:lnTo>
                  <a:pt x="632225" y="1489148"/>
                </a:lnTo>
                <a:lnTo>
                  <a:pt x="656549" y="1527545"/>
                </a:lnTo>
                <a:lnTo>
                  <a:pt x="682569" y="1564719"/>
                </a:lnTo>
                <a:lnTo>
                  <a:pt x="710228" y="1600615"/>
                </a:lnTo>
                <a:lnTo>
                  <a:pt x="739473" y="1635178"/>
                </a:lnTo>
                <a:lnTo>
                  <a:pt x="770249" y="1668353"/>
                </a:lnTo>
                <a:lnTo>
                  <a:pt x="802501" y="1700085"/>
                </a:lnTo>
                <a:lnTo>
                  <a:pt x="836175" y="1730320"/>
                </a:lnTo>
                <a:lnTo>
                  <a:pt x="871216" y="1759002"/>
                </a:lnTo>
                <a:lnTo>
                  <a:pt x="907570" y="1786077"/>
                </a:lnTo>
                <a:lnTo>
                  <a:pt x="945182" y="1811489"/>
                </a:lnTo>
                <a:lnTo>
                  <a:pt x="983997" y="1835183"/>
                </a:lnTo>
                <a:lnTo>
                  <a:pt x="1023961" y="1857106"/>
                </a:lnTo>
                <a:lnTo>
                  <a:pt x="1065019" y="1877201"/>
                </a:lnTo>
                <a:lnTo>
                  <a:pt x="1107116" y="1895414"/>
                </a:lnTo>
                <a:lnTo>
                  <a:pt x="1150198" y="1911690"/>
                </a:lnTo>
                <a:lnTo>
                  <a:pt x="1194211" y="1925974"/>
                </a:lnTo>
                <a:lnTo>
                  <a:pt x="1239099" y="1938212"/>
                </a:lnTo>
                <a:lnTo>
                  <a:pt x="1284808" y="1948347"/>
                </a:lnTo>
                <a:lnTo>
                  <a:pt x="1331283" y="1956326"/>
                </a:lnTo>
                <a:lnTo>
                  <a:pt x="1378470" y="1962093"/>
                </a:lnTo>
                <a:lnTo>
                  <a:pt x="1426315" y="1965593"/>
                </a:lnTo>
                <a:lnTo>
                  <a:pt x="1474762" y="1966772"/>
                </a:lnTo>
                <a:lnTo>
                  <a:pt x="1522336" y="1965636"/>
                </a:lnTo>
                <a:lnTo>
                  <a:pt x="1569334" y="1962262"/>
                </a:lnTo>
                <a:lnTo>
                  <a:pt x="1615704" y="1956703"/>
                </a:lnTo>
                <a:lnTo>
                  <a:pt x="1661392" y="1949009"/>
                </a:lnTo>
                <a:lnTo>
                  <a:pt x="1706349" y="1939233"/>
                </a:lnTo>
                <a:lnTo>
                  <a:pt x="1750521" y="1927428"/>
                </a:lnTo>
                <a:lnTo>
                  <a:pt x="1793856" y="1913644"/>
                </a:lnTo>
                <a:lnTo>
                  <a:pt x="1836304" y="1897934"/>
                </a:lnTo>
                <a:lnTo>
                  <a:pt x="1877811" y="1880349"/>
                </a:lnTo>
                <a:lnTo>
                  <a:pt x="1918327" y="1860942"/>
                </a:lnTo>
                <a:lnTo>
                  <a:pt x="1957798" y="1839764"/>
                </a:lnTo>
                <a:lnTo>
                  <a:pt x="1996174" y="1816868"/>
                </a:lnTo>
                <a:lnTo>
                  <a:pt x="2033402" y="1792305"/>
                </a:lnTo>
                <a:lnTo>
                  <a:pt x="2069431" y="1766127"/>
                </a:lnTo>
                <a:lnTo>
                  <a:pt x="2104264" y="1738337"/>
                </a:lnTo>
                <a:lnTo>
                  <a:pt x="1474762" y="1738337"/>
                </a:lnTo>
                <a:lnTo>
                  <a:pt x="1427091" y="1736849"/>
                </a:lnTo>
                <a:lnTo>
                  <a:pt x="1380199" y="1732444"/>
                </a:lnTo>
                <a:lnTo>
                  <a:pt x="1334173" y="1725211"/>
                </a:lnTo>
                <a:lnTo>
                  <a:pt x="1289103" y="1715240"/>
                </a:lnTo>
                <a:lnTo>
                  <a:pt x="1245078" y="1702618"/>
                </a:lnTo>
                <a:lnTo>
                  <a:pt x="1202187" y="1687437"/>
                </a:lnTo>
                <a:lnTo>
                  <a:pt x="1160520" y="1669784"/>
                </a:lnTo>
                <a:lnTo>
                  <a:pt x="1120165" y="1649749"/>
                </a:lnTo>
                <a:lnTo>
                  <a:pt x="1081211" y="1627421"/>
                </a:lnTo>
                <a:lnTo>
                  <a:pt x="1043749" y="1602889"/>
                </a:lnTo>
                <a:lnTo>
                  <a:pt x="1007866" y="1576243"/>
                </a:lnTo>
                <a:lnTo>
                  <a:pt x="973652" y="1547571"/>
                </a:lnTo>
                <a:lnTo>
                  <a:pt x="941196" y="1516962"/>
                </a:lnTo>
                <a:lnTo>
                  <a:pt x="910588" y="1484506"/>
                </a:lnTo>
                <a:lnTo>
                  <a:pt x="881916" y="1450292"/>
                </a:lnTo>
                <a:lnTo>
                  <a:pt x="855270" y="1414409"/>
                </a:lnTo>
                <a:lnTo>
                  <a:pt x="830738" y="1376945"/>
                </a:lnTo>
                <a:lnTo>
                  <a:pt x="808411" y="1337991"/>
                </a:lnTo>
                <a:lnTo>
                  <a:pt x="788376" y="1297636"/>
                </a:lnTo>
                <a:lnTo>
                  <a:pt x="770723" y="1255967"/>
                </a:lnTo>
                <a:lnTo>
                  <a:pt x="755542" y="1213076"/>
                </a:lnTo>
                <a:lnTo>
                  <a:pt x="742921" y="1169050"/>
                </a:lnTo>
                <a:lnTo>
                  <a:pt x="732949" y="1123979"/>
                </a:lnTo>
                <a:lnTo>
                  <a:pt x="725716" y="1077952"/>
                </a:lnTo>
                <a:lnTo>
                  <a:pt x="721311" y="1031058"/>
                </a:lnTo>
                <a:lnTo>
                  <a:pt x="719823" y="983386"/>
                </a:lnTo>
                <a:lnTo>
                  <a:pt x="721311" y="935714"/>
                </a:lnTo>
                <a:lnTo>
                  <a:pt x="725717" y="888813"/>
                </a:lnTo>
                <a:lnTo>
                  <a:pt x="732949" y="842793"/>
                </a:lnTo>
                <a:lnTo>
                  <a:pt x="742921" y="797722"/>
                </a:lnTo>
                <a:lnTo>
                  <a:pt x="755542" y="753696"/>
                </a:lnTo>
                <a:lnTo>
                  <a:pt x="770723" y="710804"/>
                </a:lnTo>
                <a:lnTo>
                  <a:pt x="788376" y="669136"/>
                </a:lnTo>
                <a:lnTo>
                  <a:pt x="808411" y="628780"/>
                </a:lnTo>
                <a:lnTo>
                  <a:pt x="830738" y="589826"/>
                </a:lnTo>
                <a:lnTo>
                  <a:pt x="855270" y="552363"/>
                </a:lnTo>
                <a:lnTo>
                  <a:pt x="881916" y="516480"/>
                </a:lnTo>
                <a:lnTo>
                  <a:pt x="910588" y="482266"/>
                </a:lnTo>
                <a:lnTo>
                  <a:pt x="941196" y="449810"/>
                </a:lnTo>
                <a:lnTo>
                  <a:pt x="973652" y="419201"/>
                </a:lnTo>
                <a:lnTo>
                  <a:pt x="1007866" y="390529"/>
                </a:lnTo>
                <a:lnTo>
                  <a:pt x="1043749" y="363882"/>
                </a:lnTo>
                <a:lnTo>
                  <a:pt x="1081211" y="339351"/>
                </a:lnTo>
                <a:lnTo>
                  <a:pt x="1120165" y="317023"/>
                </a:lnTo>
                <a:lnTo>
                  <a:pt x="1160520" y="296988"/>
                </a:lnTo>
                <a:lnTo>
                  <a:pt x="1202187" y="279335"/>
                </a:lnTo>
                <a:lnTo>
                  <a:pt x="1245078" y="264153"/>
                </a:lnTo>
                <a:lnTo>
                  <a:pt x="1289103" y="251532"/>
                </a:lnTo>
                <a:lnTo>
                  <a:pt x="1334173" y="241561"/>
                </a:lnTo>
                <a:lnTo>
                  <a:pt x="1380199" y="234328"/>
                </a:lnTo>
                <a:lnTo>
                  <a:pt x="1427091" y="229923"/>
                </a:lnTo>
                <a:lnTo>
                  <a:pt x="1474762" y="228434"/>
                </a:lnTo>
                <a:lnTo>
                  <a:pt x="2104264" y="228434"/>
                </a:lnTo>
                <a:lnTo>
                  <a:pt x="2069431" y="200645"/>
                </a:lnTo>
                <a:lnTo>
                  <a:pt x="2033402" y="174467"/>
                </a:lnTo>
                <a:lnTo>
                  <a:pt x="1996174" y="149904"/>
                </a:lnTo>
                <a:lnTo>
                  <a:pt x="1957798" y="127007"/>
                </a:lnTo>
                <a:lnTo>
                  <a:pt x="1918327" y="105830"/>
                </a:lnTo>
                <a:lnTo>
                  <a:pt x="1877811" y="86423"/>
                </a:lnTo>
                <a:lnTo>
                  <a:pt x="1836304" y="68838"/>
                </a:lnTo>
                <a:lnTo>
                  <a:pt x="1793856" y="53128"/>
                </a:lnTo>
                <a:lnTo>
                  <a:pt x="1750521" y="39344"/>
                </a:lnTo>
                <a:lnTo>
                  <a:pt x="1706349" y="27538"/>
                </a:lnTo>
                <a:lnTo>
                  <a:pt x="1661392" y="17763"/>
                </a:lnTo>
                <a:lnTo>
                  <a:pt x="1615704" y="10069"/>
                </a:lnTo>
                <a:lnTo>
                  <a:pt x="1569334" y="4510"/>
                </a:lnTo>
                <a:lnTo>
                  <a:pt x="1522336" y="1136"/>
                </a:lnTo>
                <a:lnTo>
                  <a:pt x="1474762" y="0"/>
                </a:lnTo>
                <a:close/>
              </a:path>
              <a:path w="2458720" h="1967229">
                <a:moveTo>
                  <a:pt x="2104264" y="228434"/>
                </a:moveTo>
                <a:lnTo>
                  <a:pt x="1474762" y="228434"/>
                </a:lnTo>
                <a:lnTo>
                  <a:pt x="1522433" y="229923"/>
                </a:lnTo>
                <a:lnTo>
                  <a:pt x="1569327" y="234328"/>
                </a:lnTo>
                <a:lnTo>
                  <a:pt x="1615354" y="241561"/>
                </a:lnTo>
                <a:lnTo>
                  <a:pt x="1660426" y="251532"/>
                </a:lnTo>
                <a:lnTo>
                  <a:pt x="1704452" y="264153"/>
                </a:lnTo>
                <a:lnTo>
                  <a:pt x="1747343" y="279335"/>
                </a:lnTo>
                <a:lnTo>
                  <a:pt x="1789011" y="296988"/>
                </a:lnTo>
                <a:lnTo>
                  <a:pt x="1829367" y="317023"/>
                </a:lnTo>
                <a:lnTo>
                  <a:pt x="1868321" y="339351"/>
                </a:lnTo>
                <a:lnTo>
                  <a:pt x="1905784" y="363882"/>
                </a:lnTo>
                <a:lnTo>
                  <a:pt x="1941668" y="390529"/>
                </a:lnTo>
                <a:lnTo>
                  <a:pt x="1975882" y="419201"/>
                </a:lnTo>
                <a:lnTo>
                  <a:pt x="2008338" y="449810"/>
                </a:lnTo>
                <a:lnTo>
                  <a:pt x="2038946" y="482266"/>
                </a:lnTo>
                <a:lnTo>
                  <a:pt x="2067619" y="516480"/>
                </a:lnTo>
                <a:lnTo>
                  <a:pt x="2094265" y="552363"/>
                </a:lnTo>
                <a:lnTo>
                  <a:pt x="2118797" y="589826"/>
                </a:lnTo>
                <a:lnTo>
                  <a:pt x="2141125" y="628780"/>
                </a:lnTo>
                <a:lnTo>
                  <a:pt x="2161160" y="669136"/>
                </a:lnTo>
                <a:lnTo>
                  <a:pt x="2178813" y="710804"/>
                </a:lnTo>
                <a:lnTo>
                  <a:pt x="2193994" y="753696"/>
                </a:lnTo>
                <a:lnTo>
                  <a:pt x="2206615" y="797722"/>
                </a:lnTo>
                <a:lnTo>
                  <a:pt x="2216587" y="842793"/>
                </a:lnTo>
                <a:lnTo>
                  <a:pt x="2223820" y="888820"/>
                </a:lnTo>
                <a:lnTo>
                  <a:pt x="2228225" y="935714"/>
                </a:lnTo>
                <a:lnTo>
                  <a:pt x="2229713" y="983386"/>
                </a:lnTo>
                <a:lnTo>
                  <a:pt x="2228225" y="1031058"/>
                </a:lnTo>
                <a:lnTo>
                  <a:pt x="2223819" y="1077959"/>
                </a:lnTo>
                <a:lnTo>
                  <a:pt x="2216587" y="1123979"/>
                </a:lnTo>
                <a:lnTo>
                  <a:pt x="2206615" y="1169050"/>
                </a:lnTo>
                <a:lnTo>
                  <a:pt x="2193994" y="1213076"/>
                </a:lnTo>
                <a:lnTo>
                  <a:pt x="2178813" y="1255967"/>
                </a:lnTo>
                <a:lnTo>
                  <a:pt x="2161160" y="1297636"/>
                </a:lnTo>
                <a:lnTo>
                  <a:pt x="2141125" y="1337991"/>
                </a:lnTo>
                <a:lnTo>
                  <a:pt x="2118797" y="1376945"/>
                </a:lnTo>
                <a:lnTo>
                  <a:pt x="2094265" y="1414409"/>
                </a:lnTo>
                <a:lnTo>
                  <a:pt x="2067619" y="1450292"/>
                </a:lnTo>
                <a:lnTo>
                  <a:pt x="2038946" y="1484506"/>
                </a:lnTo>
                <a:lnTo>
                  <a:pt x="2008338" y="1516962"/>
                </a:lnTo>
                <a:lnTo>
                  <a:pt x="1975882" y="1547571"/>
                </a:lnTo>
                <a:lnTo>
                  <a:pt x="1941668" y="1576243"/>
                </a:lnTo>
                <a:lnTo>
                  <a:pt x="1905784" y="1602889"/>
                </a:lnTo>
                <a:lnTo>
                  <a:pt x="1868321" y="1627421"/>
                </a:lnTo>
                <a:lnTo>
                  <a:pt x="1829367" y="1649749"/>
                </a:lnTo>
                <a:lnTo>
                  <a:pt x="1789011" y="1669784"/>
                </a:lnTo>
                <a:lnTo>
                  <a:pt x="1747343" y="1687437"/>
                </a:lnTo>
                <a:lnTo>
                  <a:pt x="1704452" y="1702618"/>
                </a:lnTo>
                <a:lnTo>
                  <a:pt x="1660426" y="1715240"/>
                </a:lnTo>
                <a:lnTo>
                  <a:pt x="1615354" y="1725211"/>
                </a:lnTo>
                <a:lnTo>
                  <a:pt x="1569327" y="1732444"/>
                </a:lnTo>
                <a:lnTo>
                  <a:pt x="1522433" y="1736849"/>
                </a:lnTo>
                <a:lnTo>
                  <a:pt x="1474762" y="1738337"/>
                </a:lnTo>
                <a:lnTo>
                  <a:pt x="2104264" y="1738337"/>
                </a:lnTo>
                <a:lnTo>
                  <a:pt x="2137681" y="1709135"/>
                </a:lnTo>
                <a:lnTo>
                  <a:pt x="2169799" y="1678424"/>
                </a:lnTo>
                <a:lnTo>
                  <a:pt x="2200510" y="1646305"/>
                </a:lnTo>
                <a:lnTo>
                  <a:pt x="2229762" y="1612832"/>
                </a:lnTo>
                <a:lnTo>
                  <a:pt x="2257503" y="1578055"/>
                </a:lnTo>
                <a:lnTo>
                  <a:pt x="2283681" y="1542026"/>
                </a:lnTo>
                <a:lnTo>
                  <a:pt x="2308244" y="1504798"/>
                </a:lnTo>
                <a:lnTo>
                  <a:pt x="2331140" y="1466423"/>
                </a:lnTo>
                <a:lnTo>
                  <a:pt x="2352318" y="1426951"/>
                </a:lnTo>
                <a:lnTo>
                  <a:pt x="2371725" y="1386436"/>
                </a:lnTo>
                <a:lnTo>
                  <a:pt x="2389309" y="1344928"/>
                </a:lnTo>
                <a:lnTo>
                  <a:pt x="2405019" y="1302481"/>
                </a:lnTo>
                <a:lnTo>
                  <a:pt x="2418803" y="1259145"/>
                </a:lnTo>
                <a:lnTo>
                  <a:pt x="2430609" y="1214973"/>
                </a:lnTo>
                <a:lnTo>
                  <a:pt x="2440385" y="1170017"/>
                </a:lnTo>
                <a:lnTo>
                  <a:pt x="2448078" y="1124328"/>
                </a:lnTo>
                <a:lnTo>
                  <a:pt x="2453638" y="1077952"/>
                </a:lnTo>
                <a:lnTo>
                  <a:pt x="2457005" y="1031058"/>
                </a:lnTo>
                <a:lnTo>
                  <a:pt x="2458148" y="983386"/>
                </a:lnTo>
                <a:lnTo>
                  <a:pt x="2457005" y="935714"/>
                </a:lnTo>
                <a:lnTo>
                  <a:pt x="2453638" y="888813"/>
                </a:lnTo>
                <a:lnTo>
                  <a:pt x="2448078" y="842444"/>
                </a:lnTo>
                <a:lnTo>
                  <a:pt x="2440385" y="796755"/>
                </a:lnTo>
                <a:lnTo>
                  <a:pt x="2430609" y="751799"/>
                </a:lnTo>
                <a:lnTo>
                  <a:pt x="2418803" y="707627"/>
                </a:lnTo>
                <a:lnTo>
                  <a:pt x="2405019" y="664291"/>
                </a:lnTo>
                <a:lnTo>
                  <a:pt x="2389309" y="621844"/>
                </a:lnTo>
                <a:lnTo>
                  <a:pt x="2371725" y="580336"/>
                </a:lnTo>
                <a:lnTo>
                  <a:pt x="2352318" y="539821"/>
                </a:lnTo>
                <a:lnTo>
                  <a:pt x="2331140" y="500349"/>
                </a:lnTo>
                <a:lnTo>
                  <a:pt x="2308244" y="461973"/>
                </a:lnTo>
                <a:lnTo>
                  <a:pt x="2283681" y="424745"/>
                </a:lnTo>
                <a:lnTo>
                  <a:pt x="2257503" y="388717"/>
                </a:lnTo>
                <a:lnTo>
                  <a:pt x="2229762" y="353940"/>
                </a:lnTo>
                <a:lnTo>
                  <a:pt x="2200510" y="320466"/>
                </a:lnTo>
                <a:lnTo>
                  <a:pt x="2169799" y="288348"/>
                </a:lnTo>
                <a:lnTo>
                  <a:pt x="2137681" y="257637"/>
                </a:lnTo>
                <a:lnTo>
                  <a:pt x="2104264" y="228434"/>
                </a:lnTo>
                <a:close/>
              </a:path>
            </a:pathLst>
          </a:custGeom>
          <a:solidFill>
            <a:srgbClr val="6685C2">
              <a:alpha val="14999"/>
            </a:srgbClr>
          </a:solidFill>
        </p:spPr>
        <p:txBody>
          <a:bodyPr wrap="square" lIns="0" tIns="0" rIns="0" bIns="0" rtlCol="0"/>
          <a:lstStyle/>
          <a:p>
            <a:endParaRPr/>
          </a:p>
        </p:txBody>
      </p:sp>
      <p:sp>
        <p:nvSpPr>
          <p:cNvPr id="21" name="bg object 21"/>
          <p:cNvSpPr/>
          <p:nvPr/>
        </p:nvSpPr>
        <p:spPr>
          <a:xfrm>
            <a:off x="2252776" y="3434457"/>
            <a:ext cx="2229485" cy="2291080"/>
          </a:xfrm>
          <a:custGeom>
            <a:avLst/>
            <a:gdLst/>
            <a:ahLst/>
            <a:cxnLst/>
            <a:rect l="l" t="t" r="r" b="b"/>
            <a:pathLst>
              <a:path w="2229485" h="2291079">
                <a:moveTo>
                  <a:pt x="2229091" y="0"/>
                </a:moveTo>
                <a:lnTo>
                  <a:pt x="7505" y="0"/>
                </a:lnTo>
                <a:lnTo>
                  <a:pt x="0" y="0"/>
                </a:lnTo>
                <a:lnTo>
                  <a:pt x="0" y="2290699"/>
                </a:lnTo>
                <a:lnTo>
                  <a:pt x="2229091" y="2290699"/>
                </a:lnTo>
                <a:lnTo>
                  <a:pt x="2229091" y="0"/>
                </a:lnTo>
                <a:close/>
              </a:path>
            </a:pathLst>
          </a:custGeom>
          <a:solidFill>
            <a:srgbClr val="6685C2"/>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2/6/2024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733164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_Diapositiva de título">
    <p:spTree>
      <p:nvGrpSpPr>
        <p:cNvPr id="1" name=""/>
        <p:cNvGrpSpPr/>
        <p:nvPr/>
      </p:nvGrpSpPr>
      <p:grpSpPr>
        <a:xfrm>
          <a:off x="0" y="0"/>
          <a:ext cx="0" cy="0"/>
          <a:chOff x="0" y="0"/>
          <a:chExt cx="0" cy="0"/>
        </a:xfrm>
      </p:grpSpPr>
      <p:sp>
        <p:nvSpPr>
          <p:cNvPr id="14" name="Título 1">
            <a:extLst>
              <a:ext uri="{FF2B5EF4-FFF2-40B4-BE49-F238E27FC236}">
                <a16:creationId xmlns:a16="http://schemas.microsoft.com/office/drawing/2014/main" id="{F2D8DA50-E13D-465D-8BEE-70F834E75E8D}"/>
              </a:ext>
            </a:extLst>
          </p:cNvPr>
          <p:cNvSpPr>
            <a:spLocks noGrp="1"/>
          </p:cNvSpPr>
          <p:nvPr>
            <p:ph type="title" hasCustomPrompt="1"/>
          </p:nvPr>
        </p:nvSpPr>
        <p:spPr>
          <a:xfrm>
            <a:off x="380999" y="252299"/>
            <a:ext cx="6827521" cy="1162843"/>
          </a:xfrm>
          <a:prstGeom prst="rect">
            <a:avLst/>
          </a:prstGeom>
        </p:spPr>
        <p:txBody>
          <a:bodyPr>
            <a:normAutofit/>
          </a:bodyPr>
          <a:lstStyle>
            <a:lvl1pPr algn="l" rtl="0" fontAlgn="base">
              <a:lnSpc>
                <a:spcPct val="90000"/>
              </a:lnSpc>
              <a:spcBef>
                <a:spcPct val="0"/>
              </a:spcBef>
              <a:spcAft>
                <a:spcPct val="0"/>
              </a:spcAft>
              <a:defRPr lang="es-ES" sz="2400" kern="1200" dirty="0">
                <a:solidFill>
                  <a:srgbClr val="9273B4"/>
                </a:solidFill>
                <a:latin typeface="Arial Black" panose="020B0A04020102020204" pitchFamily="34" charset="0"/>
                <a:ea typeface="+mj-ea"/>
                <a:cs typeface="+mj-cs"/>
              </a:defRPr>
            </a:lvl1pPr>
          </a:lstStyle>
          <a:p>
            <a:r>
              <a:rPr lang="es-ES"/>
              <a:t>HAGA CLIC PARA MODIFICAR EL ESTILO DE TÍTULO DEL PATRÓN</a:t>
            </a:r>
          </a:p>
        </p:txBody>
      </p:sp>
      <p:sp>
        <p:nvSpPr>
          <p:cNvPr id="16" name="Marcador de texto 15">
            <a:extLst>
              <a:ext uri="{FF2B5EF4-FFF2-40B4-BE49-F238E27FC236}">
                <a16:creationId xmlns:a16="http://schemas.microsoft.com/office/drawing/2014/main" id="{71D5AB6B-81C7-4BE2-9222-349DEED2B49A}"/>
              </a:ext>
            </a:extLst>
          </p:cNvPr>
          <p:cNvSpPr>
            <a:spLocks noGrp="1"/>
          </p:cNvSpPr>
          <p:nvPr>
            <p:ph type="body" sz="quarter" idx="10"/>
          </p:nvPr>
        </p:nvSpPr>
        <p:spPr>
          <a:xfrm>
            <a:off x="380999" y="1667441"/>
            <a:ext cx="11539538" cy="4422641"/>
          </a:xfrm>
        </p:spPr>
        <p:txBody>
          <a:bodyPr>
            <a:normAutofit/>
          </a:bodyPr>
          <a:lstStyle>
            <a:lvl1pPr marL="0" indent="0">
              <a:buFontTx/>
              <a:buNone/>
              <a:defRPr lang="es-ES" altLang="es-ES" sz="1800" kern="1200" dirty="0" smtClean="0">
                <a:solidFill>
                  <a:srgbClr val="505050"/>
                </a:solidFill>
                <a:latin typeface="+mn-lt"/>
                <a:ea typeface="+mn-ea"/>
                <a:cs typeface="+mn-cs"/>
              </a:defRPr>
            </a:lvl1pPr>
            <a:lvl2pPr>
              <a:defRPr lang="es-ES" altLang="es-ES" sz="1600" kern="1200" dirty="0" smtClean="0">
                <a:solidFill>
                  <a:srgbClr val="505050"/>
                </a:solidFill>
                <a:latin typeface="+mn-lt"/>
                <a:ea typeface="+mn-ea"/>
                <a:cs typeface="+mn-cs"/>
              </a:defRPr>
            </a:lvl2pPr>
            <a:lvl3pPr>
              <a:defRPr lang="es-ES" altLang="es-ES" sz="1600" kern="1200" dirty="0" smtClean="0">
                <a:solidFill>
                  <a:srgbClr val="505050"/>
                </a:solidFill>
                <a:latin typeface="+mn-lt"/>
                <a:ea typeface="+mn-ea"/>
                <a:cs typeface="+mn-cs"/>
              </a:defRPr>
            </a:lvl3pPr>
            <a:lvl4pPr>
              <a:defRPr lang="es-ES" altLang="es-ES" sz="1600" kern="1200" dirty="0" smtClean="0">
                <a:solidFill>
                  <a:srgbClr val="505050"/>
                </a:solidFill>
                <a:latin typeface="+mn-lt"/>
                <a:ea typeface="+mn-ea"/>
                <a:cs typeface="+mn-cs"/>
              </a:defRPr>
            </a:lvl4pPr>
            <a:lvl5pPr>
              <a:defRPr lang="es-ES" altLang="es-ES" sz="1600" kern="1200" dirty="0" smtClean="0">
                <a:solidFill>
                  <a:srgbClr val="505050"/>
                </a:solidFill>
                <a:latin typeface="+mn-lt"/>
                <a:ea typeface="+mn-ea"/>
                <a:cs typeface="+mn-cs"/>
              </a:defRPr>
            </a:lvl5pPr>
          </a:lstStyle>
          <a:p>
            <a:pPr lvl="0"/>
            <a:r>
              <a:rPr lang="es-ES"/>
              <a:t>Haga clic para modificar los estilos de texto del patrón</a:t>
            </a:r>
          </a:p>
        </p:txBody>
      </p:sp>
    </p:spTree>
    <p:extLst>
      <p:ext uri="{BB962C8B-B14F-4D97-AF65-F5344CB8AC3E}">
        <p14:creationId xmlns:p14="http://schemas.microsoft.com/office/powerpoint/2010/main" val="10239641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apositiva de título">
    <p:bg>
      <p:bgPr>
        <a:solidFill>
          <a:schemeClr val="tx1"/>
        </a:solidFill>
        <a:effectLst/>
      </p:bgPr>
    </p:bg>
    <p:spTree>
      <p:nvGrpSpPr>
        <p:cNvPr id="1" name=""/>
        <p:cNvGrpSpPr/>
        <p:nvPr/>
      </p:nvGrpSpPr>
      <p:grpSpPr>
        <a:xfrm>
          <a:off x="0" y="0"/>
          <a:ext cx="0" cy="0"/>
          <a:chOff x="0" y="0"/>
          <a:chExt cx="0" cy="0"/>
        </a:xfrm>
      </p:grpSpPr>
      <p:pic>
        <p:nvPicPr>
          <p:cNvPr id="6" name="Imagen 5" descr="Texto&#10;&#10;Descripción generada automáticamente">
            <a:extLst>
              <a:ext uri="{FF2B5EF4-FFF2-40B4-BE49-F238E27FC236}">
                <a16:creationId xmlns:a16="http://schemas.microsoft.com/office/drawing/2014/main" id="{D7742F3F-0190-0A47-8C14-004D4346221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86007" y="6224834"/>
            <a:ext cx="1700139" cy="252166"/>
          </a:xfrm>
          <a:prstGeom prst="rect">
            <a:avLst/>
          </a:prstGeom>
        </p:spPr>
      </p:pic>
      <p:pic>
        <p:nvPicPr>
          <p:cNvPr id="5" name="Gráfico 4">
            <a:extLst>
              <a:ext uri="{FF2B5EF4-FFF2-40B4-BE49-F238E27FC236}">
                <a16:creationId xmlns:a16="http://schemas.microsoft.com/office/drawing/2014/main" id="{5E0B8C95-BFBA-2F40-B691-F90ADF55C08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587162" y="404812"/>
            <a:ext cx="1201867" cy="594000"/>
          </a:xfrm>
          <a:prstGeom prst="rect">
            <a:avLst/>
          </a:prstGeom>
        </p:spPr>
      </p:pic>
    </p:spTree>
    <p:extLst>
      <p:ext uri="{BB962C8B-B14F-4D97-AF65-F5344CB8AC3E}">
        <p14:creationId xmlns:p14="http://schemas.microsoft.com/office/powerpoint/2010/main" val="24211109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15250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2_Diseño personalizado">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39D18A56-0D00-B34C-BE51-4258F9FB525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301" t="3716" r="2982" b="4279"/>
          <a:stretch/>
        </p:blipFill>
        <p:spPr>
          <a:xfrm>
            <a:off x="-1" y="0"/>
            <a:ext cx="12192001" cy="6858000"/>
          </a:xfrm>
          <a:prstGeom prst="rect">
            <a:avLst/>
          </a:prstGeom>
        </p:spPr>
      </p:pic>
      <p:pic>
        <p:nvPicPr>
          <p:cNvPr id="7" name="Imagen 9">
            <a:extLst>
              <a:ext uri="{FF2B5EF4-FFF2-40B4-BE49-F238E27FC236}">
                <a16:creationId xmlns:a16="http://schemas.microsoft.com/office/drawing/2014/main" id="{213DC4FE-B769-D64B-926C-F70ECF0882A2}"/>
              </a:ext>
            </a:extLst>
          </p:cNvPr>
          <p:cNvPicPr>
            <a:picLocks noChangeAspect="1"/>
          </p:cNvPicPr>
          <p:nvPr userDrawn="1"/>
        </p:nvPicPr>
        <p:blipFill rotWithShape="1">
          <a:blip r:embed="rId3" cstate="screen">
            <a:alphaModFix amt="44000"/>
            <a:extLst>
              <a:ext uri="{28A0092B-C50C-407E-A947-70E740481C1C}">
                <a14:useLocalDpi xmlns:a14="http://schemas.microsoft.com/office/drawing/2010/main"/>
              </a:ext>
            </a:extLst>
          </a:blip>
          <a:srcRect/>
          <a:stretch/>
        </p:blipFill>
        <p:spPr>
          <a:xfrm>
            <a:off x="-429441" y="1311808"/>
            <a:ext cx="6024563" cy="5865146"/>
          </a:xfrm>
          <a:prstGeom prst="rect">
            <a:avLst/>
          </a:prstGeom>
          <a:noFill/>
        </p:spPr>
      </p:pic>
      <p:pic>
        <p:nvPicPr>
          <p:cNvPr id="9" name="Imagen 8" descr="Texto&#10;&#10;Descripción generada automáticamente">
            <a:extLst>
              <a:ext uri="{FF2B5EF4-FFF2-40B4-BE49-F238E27FC236}">
                <a16:creationId xmlns:a16="http://schemas.microsoft.com/office/drawing/2014/main" id="{0C0393CE-AE7B-8346-8D14-BAC0A30AC006}"/>
              </a:ext>
            </a:extLst>
          </p:cNvPr>
          <p:cNvPicPr>
            <a:picLocks noChangeAspect="1"/>
          </p:cNvPicPr>
          <p:nvPr userDrawn="1"/>
        </p:nvPicPr>
        <p:blipFill>
          <a:blip r:embed="rId4" cstate="screen">
            <a:biLevel thresh="25000"/>
            <a:extLst>
              <a:ext uri="{28A0092B-C50C-407E-A947-70E740481C1C}">
                <a14:useLocalDpi xmlns:a14="http://schemas.microsoft.com/office/drawing/2010/main"/>
              </a:ext>
            </a:extLst>
          </a:blip>
          <a:stretch>
            <a:fillRect/>
          </a:stretch>
        </p:blipFill>
        <p:spPr>
          <a:xfrm>
            <a:off x="10086007" y="6224834"/>
            <a:ext cx="1700139" cy="252166"/>
          </a:xfrm>
          <a:prstGeom prst="rect">
            <a:avLst/>
          </a:prstGeom>
        </p:spPr>
      </p:pic>
      <p:pic>
        <p:nvPicPr>
          <p:cNvPr id="6" name="Gráfico 5">
            <a:extLst>
              <a:ext uri="{FF2B5EF4-FFF2-40B4-BE49-F238E27FC236}">
                <a16:creationId xmlns:a16="http://schemas.microsoft.com/office/drawing/2014/main" id="{7FA76ADB-5483-F047-BF51-62EE17EAC3C5}"/>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587162" y="404812"/>
            <a:ext cx="1201867" cy="594000"/>
          </a:xfrm>
          <a:prstGeom prst="rect">
            <a:avLst/>
          </a:prstGeom>
        </p:spPr>
      </p:pic>
    </p:spTree>
    <p:extLst>
      <p:ext uri="{BB962C8B-B14F-4D97-AF65-F5344CB8AC3E}">
        <p14:creationId xmlns:p14="http://schemas.microsoft.com/office/powerpoint/2010/main" val="7254600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Diseño personalizado">
    <p:spTree>
      <p:nvGrpSpPr>
        <p:cNvPr id="1" name=""/>
        <p:cNvGrpSpPr/>
        <p:nvPr/>
      </p:nvGrpSpPr>
      <p:grpSpPr>
        <a:xfrm>
          <a:off x="0" y="0"/>
          <a:ext cx="0" cy="0"/>
          <a:chOff x="0" y="0"/>
          <a:chExt cx="0" cy="0"/>
        </a:xfrm>
      </p:grpSpPr>
      <p:pic>
        <p:nvPicPr>
          <p:cNvPr id="8" name="Imagen 7" descr="Mujer sentada en un escritorio&#10;&#10;Descripción generada automáticamente">
            <a:extLst>
              <a:ext uri="{FF2B5EF4-FFF2-40B4-BE49-F238E27FC236}">
                <a16:creationId xmlns:a16="http://schemas.microsoft.com/office/drawing/2014/main" id="{590C186B-5D1F-A847-8742-36E20B084BB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283" b="12898"/>
          <a:stretch/>
        </p:blipFill>
        <p:spPr>
          <a:xfrm>
            <a:off x="0" y="0"/>
            <a:ext cx="12192000" cy="6858000"/>
          </a:xfrm>
          <a:prstGeom prst="rect">
            <a:avLst/>
          </a:prstGeom>
        </p:spPr>
      </p:pic>
      <p:pic>
        <p:nvPicPr>
          <p:cNvPr id="7" name="Imagen 9">
            <a:extLst>
              <a:ext uri="{FF2B5EF4-FFF2-40B4-BE49-F238E27FC236}">
                <a16:creationId xmlns:a16="http://schemas.microsoft.com/office/drawing/2014/main" id="{213DC4FE-B769-D64B-926C-F70ECF0882A2}"/>
              </a:ext>
            </a:extLst>
          </p:cNvPr>
          <p:cNvPicPr>
            <a:picLocks noChangeAspect="1"/>
          </p:cNvPicPr>
          <p:nvPr userDrawn="1"/>
        </p:nvPicPr>
        <p:blipFill rotWithShape="1">
          <a:blip r:embed="rId3" cstate="screen">
            <a:alphaModFix amt="44000"/>
            <a:extLst>
              <a:ext uri="{28A0092B-C50C-407E-A947-70E740481C1C}">
                <a14:useLocalDpi xmlns:a14="http://schemas.microsoft.com/office/drawing/2010/main"/>
              </a:ext>
            </a:extLst>
          </a:blip>
          <a:srcRect/>
          <a:stretch/>
        </p:blipFill>
        <p:spPr>
          <a:xfrm>
            <a:off x="0" y="998812"/>
            <a:ext cx="6024563" cy="5865146"/>
          </a:xfrm>
          <a:prstGeom prst="rect">
            <a:avLst/>
          </a:prstGeom>
          <a:noFill/>
        </p:spPr>
      </p:pic>
      <p:pic>
        <p:nvPicPr>
          <p:cNvPr id="9" name="Imagen 8" descr="Texto&#10;&#10;Descripción generada automáticamente">
            <a:extLst>
              <a:ext uri="{FF2B5EF4-FFF2-40B4-BE49-F238E27FC236}">
                <a16:creationId xmlns:a16="http://schemas.microsoft.com/office/drawing/2014/main" id="{0C0393CE-AE7B-8346-8D14-BAC0A30AC006}"/>
              </a:ext>
            </a:extLst>
          </p:cNvPr>
          <p:cNvPicPr>
            <a:picLocks noChangeAspect="1"/>
          </p:cNvPicPr>
          <p:nvPr userDrawn="1"/>
        </p:nvPicPr>
        <p:blipFill>
          <a:blip r:embed="rId4" cstate="screen">
            <a:biLevel thresh="25000"/>
            <a:extLst>
              <a:ext uri="{28A0092B-C50C-407E-A947-70E740481C1C}">
                <a14:useLocalDpi xmlns:a14="http://schemas.microsoft.com/office/drawing/2010/main"/>
              </a:ext>
            </a:extLst>
          </a:blip>
          <a:stretch>
            <a:fillRect/>
          </a:stretch>
        </p:blipFill>
        <p:spPr>
          <a:xfrm>
            <a:off x="10086007" y="6224834"/>
            <a:ext cx="1700139" cy="252166"/>
          </a:xfrm>
          <a:prstGeom prst="rect">
            <a:avLst/>
          </a:prstGeom>
        </p:spPr>
      </p:pic>
      <p:pic>
        <p:nvPicPr>
          <p:cNvPr id="6" name="Gráfico 5">
            <a:extLst>
              <a:ext uri="{FF2B5EF4-FFF2-40B4-BE49-F238E27FC236}">
                <a16:creationId xmlns:a16="http://schemas.microsoft.com/office/drawing/2014/main" id="{846CC79A-3F6C-5143-9877-6C2DD7BEE911}"/>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587162" y="404812"/>
            <a:ext cx="1201867" cy="594000"/>
          </a:xfrm>
          <a:prstGeom prst="rect">
            <a:avLst/>
          </a:prstGeom>
        </p:spPr>
      </p:pic>
    </p:spTree>
    <p:extLst>
      <p:ext uri="{BB962C8B-B14F-4D97-AF65-F5344CB8AC3E}">
        <p14:creationId xmlns:p14="http://schemas.microsoft.com/office/powerpoint/2010/main" val="41276578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Diseño personalizado">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39D18A56-0D00-B34C-BE51-4258F9FB525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283" t="3717"/>
          <a:stretch/>
        </p:blipFill>
        <p:spPr>
          <a:xfrm>
            <a:off x="1" y="-318954"/>
            <a:ext cx="12192000" cy="7176954"/>
          </a:xfrm>
          <a:prstGeom prst="rect">
            <a:avLst/>
          </a:prstGeom>
        </p:spPr>
      </p:pic>
      <p:pic>
        <p:nvPicPr>
          <p:cNvPr id="7" name="Imagen 9">
            <a:extLst>
              <a:ext uri="{FF2B5EF4-FFF2-40B4-BE49-F238E27FC236}">
                <a16:creationId xmlns:a16="http://schemas.microsoft.com/office/drawing/2014/main" id="{213DC4FE-B769-D64B-926C-F70ECF0882A2}"/>
              </a:ext>
            </a:extLst>
          </p:cNvPr>
          <p:cNvPicPr>
            <a:picLocks noChangeAspect="1"/>
          </p:cNvPicPr>
          <p:nvPr userDrawn="1"/>
        </p:nvPicPr>
        <p:blipFill rotWithShape="1">
          <a:blip r:embed="rId3" cstate="screen">
            <a:alphaModFix amt="44000"/>
            <a:extLst>
              <a:ext uri="{28A0092B-C50C-407E-A947-70E740481C1C}">
                <a14:useLocalDpi xmlns:a14="http://schemas.microsoft.com/office/drawing/2010/main"/>
              </a:ext>
            </a:extLst>
          </a:blip>
          <a:srcRect/>
          <a:stretch/>
        </p:blipFill>
        <p:spPr>
          <a:xfrm>
            <a:off x="0" y="992854"/>
            <a:ext cx="6024563" cy="5865146"/>
          </a:xfrm>
          <a:prstGeom prst="rect">
            <a:avLst/>
          </a:prstGeom>
          <a:noFill/>
        </p:spPr>
      </p:pic>
      <p:pic>
        <p:nvPicPr>
          <p:cNvPr id="9" name="Imagen 8" descr="Texto&#10;&#10;Descripción generada automáticamente">
            <a:extLst>
              <a:ext uri="{FF2B5EF4-FFF2-40B4-BE49-F238E27FC236}">
                <a16:creationId xmlns:a16="http://schemas.microsoft.com/office/drawing/2014/main" id="{0C0393CE-AE7B-8346-8D14-BAC0A30AC006}"/>
              </a:ext>
            </a:extLst>
          </p:cNvPr>
          <p:cNvPicPr>
            <a:picLocks noChangeAspect="1"/>
          </p:cNvPicPr>
          <p:nvPr userDrawn="1"/>
        </p:nvPicPr>
        <p:blipFill>
          <a:blip r:embed="rId4" cstate="screen">
            <a:biLevel thresh="25000"/>
            <a:extLst>
              <a:ext uri="{28A0092B-C50C-407E-A947-70E740481C1C}">
                <a14:useLocalDpi xmlns:a14="http://schemas.microsoft.com/office/drawing/2010/main"/>
              </a:ext>
            </a:extLst>
          </a:blip>
          <a:stretch>
            <a:fillRect/>
          </a:stretch>
        </p:blipFill>
        <p:spPr>
          <a:xfrm>
            <a:off x="10086007" y="6224834"/>
            <a:ext cx="1700139" cy="252166"/>
          </a:xfrm>
          <a:prstGeom prst="rect">
            <a:avLst/>
          </a:prstGeom>
        </p:spPr>
      </p:pic>
      <p:pic>
        <p:nvPicPr>
          <p:cNvPr id="6" name="Gráfico 5">
            <a:extLst>
              <a:ext uri="{FF2B5EF4-FFF2-40B4-BE49-F238E27FC236}">
                <a16:creationId xmlns:a16="http://schemas.microsoft.com/office/drawing/2014/main" id="{0B05C18C-53A5-0740-AFB4-6C74C3524AED}"/>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587162" y="404812"/>
            <a:ext cx="1201867" cy="594000"/>
          </a:xfrm>
          <a:prstGeom prst="rect">
            <a:avLst/>
          </a:prstGeom>
        </p:spPr>
      </p:pic>
    </p:spTree>
    <p:extLst>
      <p:ext uri="{BB962C8B-B14F-4D97-AF65-F5344CB8AC3E}">
        <p14:creationId xmlns:p14="http://schemas.microsoft.com/office/powerpoint/2010/main" val="14623110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_Diseño personalizado">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39D18A56-0D00-B34C-BE51-4258F9FB525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301" t="3716" r="2983" b="4279"/>
          <a:stretch/>
        </p:blipFill>
        <p:spPr>
          <a:xfrm>
            <a:off x="0" y="0"/>
            <a:ext cx="12192000" cy="6858000"/>
          </a:xfrm>
          <a:prstGeom prst="rect">
            <a:avLst/>
          </a:prstGeom>
        </p:spPr>
      </p:pic>
      <p:pic>
        <p:nvPicPr>
          <p:cNvPr id="7" name="Imagen 9">
            <a:extLst>
              <a:ext uri="{FF2B5EF4-FFF2-40B4-BE49-F238E27FC236}">
                <a16:creationId xmlns:a16="http://schemas.microsoft.com/office/drawing/2014/main" id="{213DC4FE-B769-D64B-926C-F70ECF0882A2}"/>
              </a:ext>
            </a:extLst>
          </p:cNvPr>
          <p:cNvPicPr>
            <a:picLocks noChangeAspect="1"/>
          </p:cNvPicPr>
          <p:nvPr userDrawn="1"/>
        </p:nvPicPr>
        <p:blipFill rotWithShape="1">
          <a:blip r:embed="rId3" cstate="screen">
            <a:alphaModFix amt="44000"/>
            <a:extLst>
              <a:ext uri="{28A0092B-C50C-407E-A947-70E740481C1C}">
                <a14:useLocalDpi xmlns:a14="http://schemas.microsoft.com/office/drawing/2010/main"/>
              </a:ext>
            </a:extLst>
          </a:blip>
          <a:srcRect/>
          <a:stretch/>
        </p:blipFill>
        <p:spPr>
          <a:xfrm>
            <a:off x="0" y="992854"/>
            <a:ext cx="6024563" cy="5865146"/>
          </a:xfrm>
          <a:prstGeom prst="rect">
            <a:avLst/>
          </a:prstGeom>
          <a:noFill/>
        </p:spPr>
      </p:pic>
      <p:pic>
        <p:nvPicPr>
          <p:cNvPr id="9" name="Imagen 8" descr="Texto&#10;&#10;Descripción generada automáticamente">
            <a:extLst>
              <a:ext uri="{FF2B5EF4-FFF2-40B4-BE49-F238E27FC236}">
                <a16:creationId xmlns:a16="http://schemas.microsoft.com/office/drawing/2014/main" id="{0C0393CE-AE7B-8346-8D14-BAC0A30AC006}"/>
              </a:ext>
            </a:extLst>
          </p:cNvPr>
          <p:cNvPicPr>
            <a:picLocks noChangeAspect="1"/>
          </p:cNvPicPr>
          <p:nvPr userDrawn="1"/>
        </p:nvPicPr>
        <p:blipFill>
          <a:blip r:embed="rId4" cstate="screen">
            <a:biLevel thresh="25000"/>
            <a:extLst>
              <a:ext uri="{28A0092B-C50C-407E-A947-70E740481C1C}">
                <a14:useLocalDpi xmlns:a14="http://schemas.microsoft.com/office/drawing/2010/main"/>
              </a:ext>
            </a:extLst>
          </a:blip>
          <a:stretch>
            <a:fillRect/>
          </a:stretch>
        </p:blipFill>
        <p:spPr>
          <a:xfrm>
            <a:off x="10086007" y="6224834"/>
            <a:ext cx="1700139" cy="252166"/>
          </a:xfrm>
          <a:prstGeom prst="rect">
            <a:avLst/>
          </a:prstGeom>
        </p:spPr>
      </p:pic>
      <p:pic>
        <p:nvPicPr>
          <p:cNvPr id="6" name="Gráfico 5">
            <a:extLst>
              <a:ext uri="{FF2B5EF4-FFF2-40B4-BE49-F238E27FC236}">
                <a16:creationId xmlns:a16="http://schemas.microsoft.com/office/drawing/2014/main" id="{E041698D-5D7F-C14C-9B46-E8947E335B62}"/>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587162" y="404812"/>
            <a:ext cx="1201867" cy="594000"/>
          </a:xfrm>
          <a:prstGeom prst="rect">
            <a:avLst/>
          </a:prstGeom>
        </p:spPr>
      </p:pic>
    </p:spTree>
    <p:extLst>
      <p:ext uri="{BB962C8B-B14F-4D97-AF65-F5344CB8AC3E}">
        <p14:creationId xmlns:p14="http://schemas.microsoft.com/office/powerpoint/2010/main" val="10419634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_Diseño personalizado">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39D18A56-0D00-B34C-BE51-4258F9FB525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142" t="3998" r="3142" b="3998"/>
          <a:stretch/>
        </p:blipFill>
        <p:spPr>
          <a:xfrm>
            <a:off x="0" y="0"/>
            <a:ext cx="12192000" cy="6858000"/>
          </a:xfrm>
          <a:prstGeom prst="rect">
            <a:avLst/>
          </a:prstGeom>
        </p:spPr>
      </p:pic>
      <p:pic>
        <p:nvPicPr>
          <p:cNvPr id="7" name="Imagen 9">
            <a:extLst>
              <a:ext uri="{FF2B5EF4-FFF2-40B4-BE49-F238E27FC236}">
                <a16:creationId xmlns:a16="http://schemas.microsoft.com/office/drawing/2014/main" id="{213DC4FE-B769-D64B-926C-F70ECF0882A2}"/>
              </a:ext>
            </a:extLst>
          </p:cNvPr>
          <p:cNvPicPr>
            <a:picLocks noChangeAspect="1"/>
          </p:cNvPicPr>
          <p:nvPr userDrawn="1"/>
        </p:nvPicPr>
        <p:blipFill rotWithShape="1">
          <a:blip r:embed="rId3" cstate="screen">
            <a:alphaModFix amt="44000"/>
            <a:extLst>
              <a:ext uri="{28A0092B-C50C-407E-A947-70E740481C1C}">
                <a14:useLocalDpi xmlns:a14="http://schemas.microsoft.com/office/drawing/2010/main"/>
              </a:ext>
            </a:extLst>
          </a:blip>
          <a:srcRect/>
          <a:stretch/>
        </p:blipFill>
        <p:spPr>
          <a:xfrm>
            <a:off x="0" y="992854"/>
            <a:ext cx="6024563" cy="5865146"/>
          </a:xfrm>
          <a:prstGeom prst="rect">
            <a:avLst/>
          </a:prstGeom>
          <a:noFill/>
        </p:spPr>
      </p:pic>
      <p:pic>
        <p:nvPicPr>
          <p:cNvPr id="9" name="Imagen 8" descr="Texto&#10;&#10;Descripción generada automáticamente">
            <a:extLst>
              <a:ext uri="{FF2B5EF4-FFF2-40B4-BE49-F238E27FC236}">
                <a16:creationId xmlns:a16="http://schemas.microsoft.com/office/drawing/2014/main" id="{0C0393CE-AE7B-8346-8D14-BAC0A30AC006}"/>
              </a:ext>
            </a:extLst>
          </p:cNvPr>
          <p:cNvPicPr>
            <a:picLocks noChangeAspect="1"/>
          </p:cNvPicPr>
          <p:nvPr userDrawn="1"/>
        </p:nvPicPr>
        <p:blipFill>
          <a:blip r:embed="rId4" cstate="screen">
            <a:biLevel thresh="25000"/>
            <a:extLst>
              <a:ext uri="{28A0092B-C50C-407E-A947-70E740481C1C}">
                <a14:useLocalDpi xmlns:a14="http://schemas.microsoft.com/office/drawing/2010/main"/>
              </a:ext>
            </a:extLst>
          </a:blip>
          <a:stretch>
            <a:fillRect/>
          </a:stretch>
        </p:blipFill>
        <p:spPr>
          <a:xfrm>
            <a:off x="10086007" y="6224834"/>
            <a:ext cx="1700139" cy="252166"/>
          </a:xfrm>
          <a:prstGeom prst="rect">
            <a:avLst/>
          </a:prstGeom>
        </p:spPr>
      </p:pic>
      <p:pic>
        <p:nvPicPr>
          <p:cNvPr id="6" name="Gráfico 5">
            <a:extLst>
              <a:ext uri="{FF2B5EF4-FFF2-40B4-BE49-F238E27FC236}">
                <a16:creationId xmlns:a16="http://schemas.microsoft.com/office/drawing/2014/main" id="{A039F8F2-28D8-934C-BC6C-15CB8D4429FE}"/>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587162" y="404812"/>
            <a:ext cx="1201867" cy="594000"/>
          </a:xfrm>
          <a:prstGeom prst="rect">
            <a:avLst/>
          </a:prstGeom>
        </p:spPr>
      </p:pic>
    </p:spTree>
    <p:extLst>
      <p:ext uri="{BB962C8B-B14F-4D97-AF65-F5344CB8AC3E}">
        <p14:creationId xmlns:p14="http://schemas.microsoft.com/office/powerpoint/2010/main" val="11574105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6_Diseño personalizado">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39D18A56-0D00-B34C-BE51-4258F9FB525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301" t="3716" r="2982" b="4279"/>
          <a:stretch/>
        </p:blipFill>
        <p:spPr>
          <a:xfrm>
            <a:off x="-1" y="0"/>
            <a:ext cx="12192001" cy="6858000"/>
          </a:xfrm>
          <a:prstGeom prst="rect">
            <a:avLst/>
          </a:prstGeom>
        </p:spPr>
      </p:pic>
      <p:pic>
        <p:nvPicPr>
          <p:cNvPr id="7" name="Imagen 9">
            <a:extLst>
              <a:ext uri="{FF2B5EF4-FFF2-40B4-BE49-F238E27FC236}">
                <a16:creationId xmlns:a16="http://schemas.microsoft.com/office/drawing/2014/main" id="{213DC4FE-B769-D64B-926C-F70ECF0882A2}"/>
              </a:ext>
            </a:extLst>
          </p:cNvPr>
          <p:cNvPicPr>
            <a:picLocks noChangeAspect="1"/>
          </p:cNvPicPr>
          <p:nvPr userDrawn="1"/>
        </p:nvPicPr>
        <p:blipFill rotWithShape="1">
          <a:blip r:embed="rId3" cstate="screen">
            <a:alphaModFix amt="44000"/>
            <a:extLst>
              <a:ext uri="{28A0092B-C50C-407E-A947-70E740481C1C}">
                <a14:useLocalDpi xmlns:a14="http://schemas.microsoft.com/office/drawing/2010/main"/>
              </a:ext>
            </a:extLst>
          </a:blip>
          <a:srcRect/>
          <a:stretch/>
        </p:blipFill>
        <p:spPr>
          <a:xfrm>
            <a:off x="0" y="992854"/>
            <a:ext cx="6024563" cy="5865146"/>
          </a:xfrm>
          <a:prstGeom prst="rect">
            <a:avLst/>
          </a:prstGeom>
          <a:noFill/>
        </p:spPr>
      </p:pic>
      <p:pic>
        <p:nvPicPr>
          <p:cNvPr id="9" name="Imagen 8" descr="Texto&#10;&#10;Descripción generada automáticamente">
            <a:extLst>
              <a:ext uri="{FF2B5EF4-FFF2-40B4-BE49-F238E27FC236}">
                <a16:creationId xmlns:a16="http://schemas.microsoft.com/office/drawing/2014/main" id="{0C0393CE-AE7B-8346-8D14-BAC0A30AC006}"/>
              </a:ext>
            </a:extLst>
          </p:cNvPr>
          <p:cNvPicPr>
            <a:picLocks noChangeAspect="1"/>
          </p:cNvPicPr>
          <p:nvPr userDrawn="1"/>
        </p:nvPicPr>
        <p:blipFill>
          <a:blip r:embed="rId4" cstate="screen">
            <a:biLevel thresh="25000"/>
            <a:extLst>
              <a:ext uri="{28A0092B-C50C-407E-A947-70E740481C1C}">
                <a14:useLocalDpi xmlns:a14="http://schemas.microsoft.com/office/drawing/2010/main"/>
              </a:ext>
            </a:extLst>
          </a:blip>
          <a:stretch>
            <a:fillRect/>
          </a:stretch>
        </p:blipFill>
        <p:spPr>
          <a:xfrm>
            <a:off x="10086007" y="6224834"/>
            <a:ext cx="1700139" cy="252166"/>
          </a:xfrm>
          <a:prstGeom prst="rect">
            <a:avLst/>
          </a:prstGeom>
        </p:spPr>
      </p:pic>
      <p:pic>
        <p:nvPicPr>
          <p:cNvPr id="6" name="Gráfico 5">
            <a:extLst>
              <a:ext uri="{FF2B5EF4-FFF2-40B4-BE49-F238E27FC236}">
                <a16:creationId xmlns:a16="http://schemas.microsoft.com/office/drawing/2014/main" id="{AE8B451C-7BF5-A847-88F0-2086D840637E}"/>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587162" y="404812"/>
            <a:ext cx="1201867" cy="594000"/>
          </a:xfrm>
          <a:prstGeom prst="rect">
            <a:avLst/>
          </a:prstGeom>
        </p:spPr>
      </p:pic>
    </p:spTree>
    <p:extLst>
      <p:ext uri="{BB962C8B-B14F-4D97-AF65-F5344CB8AC3E}">
        <p14:creationId xmlns:p14="http://schemas.microsoft.com/office/powerpoint/2010/main" val="36049509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7_Diseño personalizado">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39D18A56-0D00-B34C-BE51-4258F9FB525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301" t="3716" r="2983" b="4279"/>
          <a:stretch/>
        </p:blipFill>
        <p:spPr>
          <a:xfrm>
            <a:off x="0" y="0"/>
            <a:ext cx="12192000" cy="6858000"/>
          </a:xfrm>
          <a:prstGeom prst="rect">
            <a:avLst/>
          </a:prstGeom>
        </p:spPr>
      </p:pic>
      <p:pic>
        <p:nvPicPr>
          <p:cNvPr id="7" name="Imagen 9">
            <a:extLst>
              <a:ext uri="{FF2B5EF4-FFF2-40B4-BE49-F238E27FC236}">
                <a16:creationId xmlns:a16="http://schemas.microsoft.com/office/drawing/2014/main" id="{213DC4FE-B769-D64B-926C-F70ECF0882A2}"/>
              </a:ext>
            </a:extLst>
          </p:cNvPr>
          <p:cNvPicPr>
            <a:picLocks noChangeAspect="1"/>
          </p:cNvPicPr>
          <p:nvPr userDrawn="1"/>
        </p:nvPicPr>
        <p:blipFill rotWithShape="1">
          <a:blip r:embed="rId3" cstate="screen">
            <a:alphaModFix amt="44000"/>
            <a:extLst>
              <a:ext uri="{28A0092B-C50C-407E-A947-70E740481C1C}">
                <a14:useLocalDpi xmlns:a14="http://schemas.microsoft.com/office/drawing/2010/main"/>
              </a:ext>
            </a:extLst>
          </a:blip>
          <a:srcRect/>
          <a:stretch/>
        </p:blipFill>
        <p:spPr>
          <a:xfrm>
            <a:off x="0" y="992854"/>
            <a:ext cx="6024563" cy="5865146"/>
          </a:xfrm>
          <a:prstGeom prst="rect">
            <a:avLst/>
          </a:prstGeom>
          <a:noFill/>
        </p:spPr>
      </p:pic>
      <p:pic>
        <p:nvPicPr>
          <p:cNvPr id="9" name="Imagen 8" descr="Texto&#10;&#10;Descripción generada automáticamente">
            <a:extLst>
              <a:ext uri="{FF2B5EF4-FFF2-40B4-BE49-F238E27FC236}">
                <a16:creationId xmlns:a16="http://schemas.microsoft.com/office/drawing/2014/main" id="{0C0393CE-AE7B-8346-8D14-BAC0A30AC006}"/>
              </a:ext>
            </a:extLst>
          </p:cNvPr>
          <p:cNvPicPr>
            <a:picLocks noChangeAspect="1"/>
          </p:cNvPicPr>
          <p:nvPr userDrawn="1"/>
        </p:nvPicPr>
        <p:blipFill>
          <a:blip r:embed="rId4" cstate="screen">
            <a:biLevel thresh="25000"/>
            <a:extLst>
              <a:ext uri="{28A0092B-C50C-407E-A947-70E740481C1C}">
                <a14:useLocalDpi xmlns:a14="http://schemas.microsoft.com/office/drawing/2010/main"/>
              </a:ext>
            </a:extLst>
          </a:blip>
          <a:stretch>
            <a:fillRect/>
          </a:stretch>
        </p:blipFill>
        <p:spPr>
          <a:xfrm>
            <a:off x="10086007" y="6224834"/>
            <a:ext cx="1700139" cy="252166"/>
          </a:xfrm>
          <a:prstGeom prst="rect">
            <a:avLst/>
          </a:prstGeom>
        </p:spPr>
      </p:pic>
      <p:pic>
        <p:nvPicPr>
          <p:cNvPr id="6" name="Gráfico 5">
            <a:extLst>
              <a:ext uri="{FF2B5EF4-FFF2-40B4-BE49-F238E27FC236}">
                <a16:creationId xmlns:a16="http://schemas.microsoft.com/office/drawing/2014/main" id="{6EF81E53-23F3-7A48-88FC-48E064E9058C}"/>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587162" y="404812"/>
            <a:ext cx="1201867" cy="594000"/>
          </a:xfrm>
          <a:prstGeom prst="rect">
            <a:avLst/>
          </a:prstGeom>
        </p:spPr>
      </p:pic>
    </p:spTree>
    <p:extLst>
      <p:ext uri="{BB962C8B-B14F-4D97-AF65-F5344CB8AC3E}">
        <p14:creationId xmlns:p14="http://schemas.microsoft.com/office/powerpoint/2010/main" val="284771572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8_Diseño personalizado">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39D18A56-0D00-B34C-BE51-4258F9FB525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301" t="3716" r="2983" b="4279"/>
          <a:stretch/>
        </p:blipFill>
        <p:spPr>
          <a:xfrm>
            <a:off x="0" y="0"/>
            <a:ext cx="12192000" cy="6858000"/>
          </a:xfrm>
          <a:prstGeom prst="rect">
            <a:avLst/>
          </a:prstGeom>
        </p:spPr>
      </p:pic>
      <p:pic>
        <p:nvPicPr>
          <p:cNvPr id="7" name="Imagen 9">
            <a:extLst>
              <a:ext uri="{FF2B5EF4-FFF2-40B4-BE49-F238E27FC236}">
                <a16:creationId xmlns:a16="http://schemas.microsoft.com/office/drawing/2014/main" id="{213DC4FE-B769-D64B-926C-F70ECF0882A2}"/>
              </a:ext>
            </a:extLst>
          </p:cNvPr>
          <p:cNvPicPr>
            <a:picLocks noChangeAspect="1"/>
          </p:cNvPicPr>
          <p:nvPr userDrawn="1"/>
        </p:nvPicPr>
        <p:blipFill rotWithShape="1">
          <a:blip r:embed="rId3" cstate="screen">
            <a:alphaModFix amt="44000"/>
            <a:extLst>
              <a:ext uri="{28A0092B-C50C-407E-A947-70E740481C1C}">
                <a14:useLocalDpi xmlns:a14="http://schemas.microsoft.com/office/drawing/2010/main"/>
              </a:ext>
            </a:extLst>
          </a:blip>
          <a:srcRect/>
          <a:stretch/>
        </p:blipFill>
        <p:spPr>
          <a:xfrm>
            <a:off x="0" y="992854"/>
            <a:ext cx="6024563" cy="5865146"/>
          </a:xfrm>
          <a:prstGeom prst="rect">
            <a:avLst/>
          </a:prstGeom>
          <a:noFill/>
        </p:spPr>
      </p:pic>
      <p:pic>
        <p:nvPicPr>
          <p:cNvPr id="9" name="Imagen 8" descr="Texto&#10;&#10;Descripción generada automáticamente">
            <a:extLst>
              <a:ext uri="{FF2B5EF4-FFF2-40B4-BE49-F238E27FC236}">
                <a16:creationId xmlns:a16="http://schemas.microsoft.com/office/drawing/2014/main" id="{0C0393CE-AE7B-8346-8D14-BAC0A30AC006}"/>
              </a:ext>
            </a:extLst>
          </p:cNvPr>
          <p:cNvPicPr>
            <a:picLocks noChangeAspect="1"/>
          </p:cNvPicPr>
          <p:nvPr userDrawn="1"/>
        </p:nvPicPr>
        <p:blipFill>
          <a:blip r:embed="rId4" cstate="screen">
            <a:biLevel thresh="25000"/>
            <a:extLst>
              <a:ext uri="{28A0092B-C50C-407E-A947-70E740481C1C}">
                <a14:useLocalDpi xmlns:a14="http://schemas.microsoft.com/office/drawing/2010/main"/>
              </a:ext>
            </a:extLst>
          </a:blip>
          <a:stretch>
            <a:fillRect/>
          </a:stretch>
        </p:blipFill>
        <p:spPr>
          <a:xfrm>
            <a:off x="10086007" y="6224834"/>
            <a:ext cx="1700139" cy="252166"/>
          </a:xfrm>
          <a:prstGeom prst="rect">
            <a:avLst/>
          </a:prstGeom>
        </p:spPr>
      </p:pic>
      <p:pic>
        <p:nvPicPr>
          <p:cNvPr id="6" name="Gráfico 5">
            <a:extLst>
              <a:ext uri="{FF2B5EF4-FFF2-40B4-BE49-F238E27FC236}">
                <a16:creationId xmlns:a16="http://schemas.microsoft.com/office/drawing/2014/main" id="{A412DBB2-3366-FC40-B763-8EC57E2C54CA}"/>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587162" y="404812"/>
            <a:ext cx="1201867" cy="594000"/>
          </a:xfrm>
          <a:prstGeom prst="rect">
            <a:avLst/>
          </a:prstGeom>
        </p:spPr>
      </p:pic>
    </p:spTree>
    <p:extLst>
      <p:ext uri="{BB962C8B-B14F-4D97-AF65-F5344CB8AC3E}">
        <p14:creationId xmlns:p14="http://schemas.microsoft.com/office/powerpoint/2010/main" val="34624238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9_Diseño personalizado">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39D18A56-0D00-B34C-BE51-4258F9FB525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142" t="3998" r="3142" b="3998"/>
          <a:stretch/>
        </p:blipFill>
        <p:spPr>
          <a:xfrm>
            <a:off x="0" y="0"/>
            <a:ext cx="12192000" cy="6858000"/>
          </a:xfrm>
          <a:prstGeom prst="rect">
            <a:avLst/>
          </a:prstGeom>
        </p:spPr>
      </p:pic>
      <p:pic>
        <p:nvPicPr>
          <p:cNvPr id="7" name="Imagen 9">
            <a:extLst>
              <a:ext uri="{FF2B5EF4-FFF2-40B4-BE49-F238E27FC236}">
                <a16:creationId xmlns:a16="http://schemas.microsoft.com/office/drawing/2014/main" id="{213DC4FE-B769-D64B-926C-F70ECF0882A2}"/>
              </a:ext>
            </a:extLst>
          </p:cNvPr>
          <p:cNvPicPr>
            <a:picLocks noChangeAspect="1"/>
          </p:cNvPicPr>
          <p:nvPr userDrawn="1"/>
        </p:nvPicPr>
        <p:blipFill rotWithShape="1">
          <a:blip r:embed="rId3" cstate="screen">
            <a:alphaModFix amt="44000"/>
            <a:extLst>
              <a:ext uri="{28A0092B-C50C-407E-A947-70E740481C1C}">
                <a14:useLocalDpi xmlns:a14="http://schemas.microsoft.com/office/drawing/2010/main"/>
              </a:ext>
            </a:extLst>
          </a:blip>
          <a:srcRect/>
          <a:stretch/>
        </p:blipFill>
        <p:spPr>
          <a:xfrm>
            <a:off x="0" y="992854"/>
            <a:ext cx="6024563" cy="5865146"/>
          </a:xfrm>
          <a:prstGeom prst="rect">
            <a:avLst/>
          </a:prstGeom>
          <a:noFill/>
        </p:spPr>
      </p:pic>
      <p:pic>
        <p:nvPicPr>
          <p:cNvPr id="9" name="Imagen 8" descr="Texto&#10;&#10;Descripción generada automáticamente">
            <a:extLst>
              <a:ext uri="{FF2B5EF4-FFF2-40B4-BE49-F238E27FC236}">
                <a16:creationId xmlns:a16="http://schemas.microsoft.com/office/drawing/2014/main" id="{0C0393CE-AE7B-8346-8D14-BAC0A30AC006}"/>
              </a:ext>
            </a:extLst>
          </p:cNvPr>
          <p:cNvPicPr>
            <a:picLocks noChangeAspect="1"/>
          </p:cNvPicPr>
          <p:nvPr userDrawn="1"/>
        </p:nvPicPr>
        <p:blipFill>
          <a:blip r:embed="rId4" cstate="screen">
            <a:biLevel thresh="25000"/>
            <a:extLst>
              <a:ext uri="{28A0092B-C50C-407E-A947-70E740481C1C}">
                <a14:useLocalDpi xmlns:a14="http://schemas.microsoft.com/office/drawing/2010/main"/>
              </a:ext>
            </a:extLst>
          </a:blip>
          <a:stretch>
            <a:fillRect/>
          </a:stretch>
        </p:blipFill>
        <p:spPr>
          <a:xfrm>
            <a:off x="10086007" y="6224834"/>
            <a:ext cx="1700139" cy="252166"/>
          </a:xfrm>
          <a:prstGeom prst="rect">
            <a:avLst/>
          </a:prstGeom>
        </p:spPr>
      </p:pic>
      <p:pic>
        <p:nvPicPr>
          <p:cNvPr id="6" name="Gráfico 5">
            <a:extLst>
              <a:ext uri="{FF2B5EF4-FFF2-40B4-BE49-F238E27FC236}">
                <a16:creationId xmlns:a16="http://schemas.microsoft.com/office/drawing/2014/main" id="{3B8FDB96-B6F4-C04F-BD6E-6E3B7910730F}"/>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587162" y="404812"/>
            <a:ext cx="1201867" cy="594000"/>
          </a:xfrm>
          <a:prstGeom prst="rect">
            <a:avLst/>
          </a:prstGeom>
        </p:spPr>
      </p:pic>
    </p:spTree>
    <p:extLst>
      <p:ext uri="{BB962C8B-B14F-4D97-AF65-F5344CB8AC3E}">
        <p14:creationId xmlns:p14="http://schemas.microsoft.com/office/powerpoint/2010/main" val="8133008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0_Diseño personalizado">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39D18A56-0D00-B34C-BE51-4258F9FB525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142" t="3998" r="3142" b="3998"/>
          <a:stretch/>
        </p:blipFill>
        <p:spPr>
          <a:xfrm>
            <a:off x="0" y="0"/>
            <a:ext cx="12192000" cy="6858000"/>
          </a:xfrm>
          <a:prstGeom prst="rect">
            <a:avLst/>
          </a:prstGeom>
        </p:spPr>
      </p:pic>
      <p:pic>
        <p:nvPicPr>
          <p:cNvPr id="7" name="Imagen 9">
            <a:extLst>
              <a:ext uri="{FF2B5EF4-FFF2-40B4-BE49-F238E27FC236}">
                <a16:creationId xmlns:a16="http://schemas.microsoft.com/office/drawing/2014/main" id="{213DC4FE-B769-D64B-926C-F70ECF0882A2}"/>
              </a:ext>
            </a:extLst>
          </p:cNvPr>
          <p:cNvPicPr>
            <a:picLocks noChangeAspect="1"/>
          </p:cNvPicPr>
          <p:nvPr userDrawn="1"/>
        </p:nvPicPr>
        <p:blipFill rotWithShape="1">
          <a:blip r:embed="rId3" cstate="screen">
            <a:alphaModFix amt="44000"/>
            <a:extLst>
              <a:ext uri="{28A0092B-C50C-407E-A947-70E740481C1C}">
                <a14:useLocalDpi xmlns:a14="http://schemas.microsoft.com/office/drawing/2010/main"/>
              </a:ext>
            </a:extLst>
          </a:blip>
          <a:srcRect/>
          <a:stretch/>
        </p:blipFill>
        <p:spPr>
          <a:xfrm>
            <a:off x="0" y="992854"/>
            <a:ext cx="6024563" cy="5865146"/>
          </a:xfrm>
          <a:prstGeom prst="rect">
            <a:avLst/>
          </a:prstGeom>
          <a:noFill/>
        </p:spPr>
      </p:pic>
      <p:pic>
        <p:nvPicPr>
          <p:cNvPr id="9" name="Imagen 8" descr="Texto&#10;&#10;Descripción generada automáticamente">
            <a:extLst>
              <a:ext uri="{FF2B5EF4-FFF2-40B4-BE49-F238E27FC236}">
                <a16:creationId xmlns:a16="http://schemas.microsoft.com/office/drawing/2014/main" id="{0C0393CE-AE7B-8346-8D14-BAC0A30AC006}"/>
              </a:ext>
            </a:extLst>
          </p:cNvPr>
          <p:cNvPicPr>
            <a:picLocks noChangeAspect="1"/>
          </p:cNvPicPr>
          <p:nvPr userDrawn="1"/>
        </p:nvPicPr>
        <p:blipFill>
          <a:blip r:embed="rId4" cstate="screen">
            <a:biLevel thresh="25000"/>
            <a:extLst>
              <a:ext uri="{28A0092B-C50C-407E-A947-70E740481C1C}">
                <a14:useLocalDpi xmlns:a14="http://schemas.microsoft.com/office/drawing/2010/main"/>
              </a:ext>
            </a:extLst>
          </a:blip>
          <a:stretch>
            <a:fillRect/>
          </a:stretch>
        </p:blipFill>
        <p:spPr>
          <a:xfrm>
            <a:off x="10086007" y="6224834"/>
            <a:ext cx="1700139" cy="252166"/>
          </a:xfrm>
          <a:prstGeom prst="rect">
            <a:avLst/>
          </a:prstGeom>
        </p:spPr>
      </p:pic>
      <p:pic>
        <p:nvPicPr>
          <p:cNvPr id="6" name="Gráfico 5">
            <a:extLst>
              <a:ext uri="{FF2B5EF4-FFF2-40B4-BE49-F238E27FC236}">
                <a16:creationId xmlns:a16="http://schemas.microsoft.com/office/drawing/2014/main" id="{798DE857-60E6-7440-9184-9549633BE50D}"/>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587162" y="404812"/>
            <a:ext cx="1201867" cy="594000"/>
          </a:xfrm>
          <a:prstGeom prst="rect">
            <a:avLst/>
          </a:prstGeom>
        </p:spPr>
      </p:pic>
    </p:spTree>
    <p:extLst>
      <p:ext uri="{BB962C8B-B14F-4D97-AF65-F5344CB8AC3E}">
        <p14:creationId xmlns:p14="http://schemas.microsoft.com/office/powerpoint/2010/main" val="217046232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1_Diseño personalizado">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39D18A56-0D00-B34C-BE51-4258F9FB525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142" t="3998" r="3142" b="3998"/>
          <a:stretch/>
        </p:blipFill>
        <p:spPr>
          <a:xfrm>
            <a:off x="0" y="0"/>
            <a:ext cx="12192000" cy="6858000"/>
          </a:xfrm>
          <a:prstGeom prst="rect">
            <a:avLst/>
          </a:prstGeom>
        </p:spPr>
      </p:pic>
      <p:pic>
        <p:nvPicPr>
          <p:cNvPr id="7" name="Imagen 9">
            <a:extLst>
              <a:ext uri="{FF2B5EF4-FFF2-40B4-BE49-F238E27FC236}">
                <a16:creationId xmlns:a16="http://schemas.microsoft.com/office/drawing/2014/main" id="{213DC4FE-B769-D64B-926C-F70ECF0882A2}"/>
              </a:ext>
            </a:extLst>
          </p:cNvPr>
          <p:cNvPicPr>
            <a:picLocks noChangeAspect="1"/>
          </p:cNvPicPr>
          <p:nvPr userDrawn="1"/>
        </p:nvPicPr>
        <p:blipFill rotWithShape="1">
          <a:blip r:embed="rId3" cstate="screen">
            <a:alphaModFix amt="44000"/>
            <a:extLst>
              <a:ext uri="{28A0092B-C50C-407E-A947-70E740481C1C}">
                <a14:useLocalDpi xmlns:a14="http://schemas.microsoft.com/office/drawing/2010/main"/>
              </a:ext>
            </a:extLst>
          </a:blip>
          <a:srcRect/>
          <a:stretch/>
        </p:blipFill>
        <p:spPr>
          <a:xfrm>
            <a:off x="0" y="992854"/>
            <a:ext cx="6024563" cy="5865146"/>
          </a:xfrm>
          <a:prstGeom prst="rect">
            <a:avLst/>
          </a:prstGeom>
          <a:noFill/>
        </p:spPr>
      </p:pic>
      <p:pic>
        <p:nvPicPr>
          <p:cNvPr id="9" name="Imagen 8" descr="Texto&#10;&#10;Descripción generada automáticamente">
            <a:extLst>
              <a:ext uri="{FF2B5EF4-FFF2-40B4-BE49-F238E27FC236}">
                <a16:creationId xmlns:a16="http://schemas.microsoft.com/office/drawing/2014/main" id="{0C0393CE-AE7B-8346-8D14-BAC0A30AC006}"/>
              </a:ext>
            </a:extLst>
          </p:cNvPr>
          <p:cNvPicPr>
            <a:picLocks noChangeAspect="1"/>
          </p:cNvPicPr>
          <p:nvPr userDrawn="1"/>
        </p:nvPicPr>
        <p:blipFill>
          <a:blip r:embed="rId4" cstate="screen">
            <a:biLevel thresh="25000"/>
            <a:extLst>
              <a:ext uri="{28A0092B-C50C-407E-A947-70E740481C1C}">
                <a14:useLocalDpi xmlns:a14="http://schemas.microsoft.com/office/drawing/2010/main"/>
              </a:ext>
            </a:extLst>
          </a:blip>
          <a:stretch>
            <a:fillRect/>
          </a:stretch>
        </p:blipFill>
        <p:spPr>
          <a:xfrm>
            <a:off x="10086007" y="6224834"/>
            <a:ext cx="1700139" cy="252166"/>
          </a:xfrm>
          <a:prstGeom prst="rect">
            <a:avLst/>
          </a:prstGeom>
        </p:spPr>
      </p:pic>
      <p:pic>
        <p:nvPicPr>
          <p:cNvPr id="6" name="Gráfico 5">
            <a:extLst>
              <a:ext uri="{FF2B5EF4-FFF2-40B4-BE49-F238E27FC236}">
                <a16:creationId xmlns:a16="http://schemas.microsoft.com/office/drawing/2014/main" id="{17E1CABE-2DA4-ED46-A2A3-509B8D68B9D9}"/>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587162" y="404812"/>
            <a:ext cx="1201867" cy="594000"/>
          </a:xfrm>
          <a:prstGeom prst="rect">
            <a:avLst/>
          </a:prstGeom>
        </p:spPr>
      </p:pic>
    </p:spTree>
    <p:extLst>
      <p:ext uri="{BB962C8B-B14F-4D97-AF65-F5344CB8AC3E}">
        <p14:creationId xmlns:p14="http://schemas.microsoft.com/office/powerpoint/2010/main" val="15345435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629139" y="409576"/>
            <a:ext cx="9190892" cy="638175"/>
          </a:xfrm>
          <a:prstGeom prst="rect">
            <a:avLst/>
          </a:prstGeom>
        </p:spPr>
        <p:txBody>
          <a:bodyPr/>
          <a:lstStyle/>
          <a:p>
            <a:r>
              <a:rPr lang="es-ES"/>
              <a:t>Haga clic para modificar el estilo de título del patrón</a:t>
            </a:r>
          </a:p>
        </p:txBody>
      </p:sp>
      <p:sp>
        <p:nvSpPr>
          <p:cNvPr id="3" name="2 Marcador de contenido"/>
          <p:cNvSpPr>
            <a:spLocks noGrp="1"/>
          </p:cNvSpPr>
          <p:nvPr>
            <p:ph idx="1"/>
          </p:nvPr>
        </p:nvSpPr>
        <p:spPr>
          <a:xfrm>
            <a:off x="609600" y="1428737"/>
            <a:ext cx="10972800" cy="5103827"/>
          </a:xfrm>
          <a:prstGeom prst="rect">
            <a:avLst/>
          </a:prstGeo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580551824"/>
      </p:ext>
    </p:extLst>
  </p:cSld>
  <p:clrMapOvr>
    <a:masterClrMapping/>
  </p:clrMapOvr>
  <p:transition>
    <p:wipe dir="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obj">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8000"/>
          </a:xfrm>
          <a:prstGeom prst="rect">
            <a:avLst/>
          </a:prstGeom>
        </p:spPr>
      </p:pic>
      <p:sp>
        <p:nvSpPr>
          <p:cNvPr id="17" name="bg object 17"/>
          <p:cNvSpPr/>
          <p:nvPr/>
        </p:nvSpPr>
        <p:spPr>
          <a:xfrm>
            <a:off x="2037588" y="3937507"/>
            <a:ext cx="8026400" cy="0"/>
          </a:xfrm>
          <a:custGeom>
            <a:avLst/>
            <a:gdLst/>
            <a:ahLst/>
            <a:cxnLst/>
            <a:rect l="l" t="t" r="r" b="b"/>
            <a:pathLst>
              <a:path w="12039600">
                <a:moveTo>
                  <a:pt x="0" y="0"/>
                </a:moveTo>
                <a:lnTo>
                  <a:pt x="12039600" y="0"/>
                </a:lnTo>
              </a:path>
            </a:pathLst>
          </a:custGeom>
          <a:ln w="47625">
            <a:solidFill>
              <a:srgbClr val="FFC000"/>
            </a:solidFill>
          </a:ln>
        </p:spPr>
        <p:txBody>
          <a:bodyPr wrap="square" lIns="0" tIns="0" rIns="0" bIns="0" rtlCol="0"/>
          <a:lstStyle/>
          <a:p>
            <a:endParaRPr sz="711"/>
          </a:p>
        </p:txBody>
      </p:sp>
      <p:sp>
        <p:nvSpPr>
          <p:cNvPr id="2" name="Holder 2"/>
          <p:cNvSpPr>
            <a:spLocks noGrp="1"/>
          </p:cNvSpPr>
          <p:nvPr>
            <p:ph type="title"/>
          </p:nvPr>
        </p:nvSpPr>
        <p:spPr>
          <a:xfrm>
            <a:off x="607715" y="1415029"/>
            <a:ext cx="10976569" cy="830157"/>
          </a:xfrm>
          <a:prstGeom prst="rect">
            <a:avLst/>
          </a:prstGeom>
        </p:spPr>
        <p:txBody>
          <a:bodyPr lIns="0" tIns="0" rIns="0" bIns="0"/>
          <a:lstStyle>
            <a:lvl1pPr>
              <a:defRPr sz="5334" b="1" i="0">
                <a:solidFill>
                  <a:schemeClr val="bg1"/>
                </a:solidFill>
                <a:latin typeface="Trebuchet MS"/>
                <a:cs typeface="Trebuchet MS"/>
              </a:defRPr>
            </a:lvl1pPr>
          </a:lstStyle>
          <a:p>
            <a:endParaRPr/>
          </a:p>
        </p:txBody>
      </p:sp>
      <p:sp>
        <p:nvSpPr>
          <p:cNvPr id="3" name="Holder 3"/>
          <p:cNvSpPr>
            <a:spLocks noGrp="1"/>
          </p:cNvSpPr>
          <p:nvPr>
            <p:ph type="ftr" sz="quarter" idx="5"/>
          </p:nvPr>
        </p:nvSpPr>
        <p:spPr>
          <a:xfrm>
            <a:off x="372748" y="6552305"/>
            <a:ext cx="3090333" cy="152400"/>
          </a:xfrm>
          <a:prstGeom prst="rect">
            <a:avLst/>
          </a:prstGeom>
        </p:spPr>
        <p:txBody>
          <a:bodyPr lIns="0" tIns="0" rIns="0" bIns="0"/>
          <a:lstStyle>
            <a:lvl1pPr>
              <a:defRPr sz="1067" b="0" i="0">
                <a:solidFill>
                  <a:schemeClr val="bg1"/>
                </a:solidFill>
                <a:latin typeface="Calibri"/>
                <a:cs typeface="Calibri"/>
              </a:defRPr>
            </a:lvl1pPr>
          </a:lstStyle>
          <a:p>
            <a:pPr marL="8467">
              <a:lnSpc>
                <a:spcPts val="1076"/>
              </a:lnSpc>
            </a:pPr>
            <a:r>
              <a:rPr lang="es-ES" spc="-7"/>
              <a:t>Copyright </a:t>
            </a:r>
            <a:r>
              <a:rPr lang="es-ES" spc="-10"/>
              <a:t>Rooter</a:t>
            </a:r>
            <a:r>
              <a:rPr lang="es-ES" spc="27"/>
              <a:t> </a:t>
            </a:r>
            <a:r>
              <a:rPr lang="es-ES" spc="-3"/>
              <a:t>· </a:t>
            </a:r>
            <a:r>
              <a:rPr lang="es-ES" spc="-23"/>
              <a:t>Todos</a:t>
            </a:r>
            <a:r>
              <a:rPr lang="es-ES" spc="3"/>
              <a:t> </a:t>
            </a:r>
            <a:r>
              <a:rPr lang="es-ES" spc="-3"/>
              <a:t>los</a:t>
            </a:r>
            <a:r>
              <a:rPr lang="es-ES"/>
              <a:t> </a:t>
            </a:r>
            <a:r>
              <a:rPr lang="es-ES" spc="-7"/>
              <a:t>derechos</a:t>
            </a:r>
            <a:r>
              <a:rPr lang="es-ES" spc="20"/>
              <a:t> </a:t>
            </a:r>
            <a:r>
              <a:rPr lang="es-ES" spc="-7"/>
              <a:t>reservados</a:t>
            </a:r>
            <a:r>
              <a:rPr lang="es-ES" spc="33"/>
              <a:t> </a:t>
            </a:r>
            <a:r>
              <a:rPr lang="es-ES" spc="-3"/>
              <a:t>·</a:t>
            </a:r>
            <a:r>
              <a:rPr lang="es-ES" spc="-7"/>
              <a:t> 2022</a:t>
            </a:r>
            <a:endParaRPr lang="es-ES" spc="-7" dirty="0"/>
          </a:p>
        </p:txBody>
      </p:sp>
      <p:sp>
        <p:nvSpPr>
          <p:cNvPr id="4" name="Holder 4"/>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2/6/2024</a:t>
            </a:fld>
            <a:endParaRPr lang="en-US"/>
          </a:p>
        </p:txBody>
      </p:sp>
      <p:sp>
        <p:nvSpPr>
          <p:cNvPr id="5" name="Holder 5"/>
          <p:cNvSpPr>
            <a:spLocks noGrp="1"/>
          </p:cNvSpPr>
          <p:nvPr>
            <p:ph type="sldNum" sz="quarter" idx="7"/>
          </p:nvPr>
        </p:nvSpPr>
        <p:spPr>
          <a:xfrm>
            <a:off x="11696192" y="6453716"/>
            <a:ext cx="205739" cy="169333"/>
          </a:xfrm>
          <a:prstGeom prst="rect">
            <a:avLst/>
          </a:prstGeom>
        </p:spPr>
        <p:txBody>
          <a:bodyPr lIns="0" tIns="0" rIns="0" bIns="0"/>
          <a:lstStyle>
            <a:lvl1pPr>
              <a:defRPr sz="1200" b="0" i="0">
                <a:solidFill>
                  <a:schemeClr val="bg1"/>
                </a:solidFill>
                <a:latin typeface="Calibri"/>
                <a:cs typeface="Calibri"/>
              </a:defRPr>
            </a:lvl1pPr>
          </a:lstStyle>
          <a:p>
            <a:pPr marL="25401">
              <a:lnSpc>
                <a:spcPts val="1207"/>
              </a:lnSpc>
            </a:pPr>
            <a:fld id="{81D60167-4931-47E6-BA6A-407CBD079E47}" type="slidenum">
              <a:rPr lang="es-ES" smtClean="0"/>
              <a:pPr marL="25401">
                <a:lnSpc>
                  <a:spcPts val="1207"/>
                </a:lnSpc>
              </a:pPr>
              <a:t>‹#›</a:t>
            </a:fld>
            <a:endParaRPr lang="es-ES" dirty="0"/>
          </a:p>
        </p:txBody>
      </p:sp>
    </p:spTree>
    <p:extLst>
      <p:ext uri="{BB962C8B-B14F-4D97-AF65-F5344CB8AC3E}">
        <p14:creationId xmlns:p14="http://schemas.microsoft.com/office/powerpoint/2010/main" val="231604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6" Type="http://schemas.openxmlformats.org/officeDocument/2006/relationships/theme" Target="../theme/theme3.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18FB527-0F45-AE16-D1A3-BF35A294B6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del título del patrón</a:t>
            </a:r>
          </a:p>
        </p:txBody>
      </p:sp>
      <p:sp>
        <p:nvSpPr>
          <p:cNvPr id="3" name="Marcador de texto 2">
            <a:extLst>
              <a:ext uri="{FF2B5EF4-FFF2-40B4-BE49-F238E27FC236}">
                <a16:creationId xmlns:a16="http://schemas.microsoft.com/office/drawing/2014/main" id="{9124DF01-BCA7-B8A0-8975-FD0BD0272B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A3C675FC-9192-B21D-B5A3-8A7C7C60EA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F0A4D5-7807-42FF-B242-04F7E911DEC8}" type="datetimeFigureOut">
              <a:rPr lang="es-ES" smtClean="0"/>
              <a:t>06/02/2024</a:t>
            </a:fld>
            <a:endParaRPr lang="es-ES"/>
          </a:p>
        </p:txBody>
      </p:sp>
      <p:sp>
        <p:nvSpPr>
          <p:cNvPr id="5" name="Marcador de pie de página 4">
            <a:extLst>
              <a:ext uri="{FF2B5EF4-FFF2-40B4-BE49-F238E27FC236}">
                <a16:creationId xmlns:a16="http://schemas.microsoft.com/office/drawing/2014/main" id="{EC7A8E48-2218-2253-3B7B-18A64BB900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CD954FEE-9A60-4682-6B22-9D916880DF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4BCB55-3E5B-4BEA-902B-C4784F9C2F96}" type="slidenum">
              <a:rPr lang="es-ES" smtClean="0"/>
              <a:t>‹#›</a:t>
            </a:fld>
            <a:endParaRPr lang="es-ES"/>
          </a:p>
        </p:txBody>
      </p:sp>
    </p:spTree>
    <p:extLst>
      <p:ext uri="{BB962C8B-B14F-4D97-AF65-F5344CB8AC3E}">
        <p14:creationId xmlns:p14="http://schemas.microsoft.com/office/powerpoint/2010/main" val="13831918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590751" y="1940077"/>
            <a:ext cx="9010497" cy="1104264"/>
          </a:xfrm>
          <a:prstGeom prst="rect">
            <a:avLst/>
          </a:prstGeom>
        </p:spPr>
        <p:txBody>
          <a:bodyPr wrap="square" lIns="0" tIns="0" rIns="0" bIns="0">
            <a:spAutoFit/>
          </a:bodyPr>
          <a:lstStyle>
            <a:lvl1pPr>
              <a:defRPr sz="7050" b="1" i="0">
                <a:solidFill>
                  <a:srgbClr val="6685C2"/>
                </a:solidFill>
                <a:latin typeface="Roboto Black"/>
                <a:cs typeface="Roboto Black"/>
              </a:defRPr>
            </a:lvl1pPr>
          </a:lstStyle>
          <a:p>
            <a:endParaRPr/>
          </a:p>
        </p:txBody>
      </p:sp>
      <p:sp>
        <p:nvSpPr>
          <p:cNvPr id="3" name="Holder 3"/>
          <p:cNvSpPr>
            <a:spLocks noGrp="1"/>
          </p:cNvSpPr>
          <p:nvPr>
            <p:ph type="body" idx="1"/>
          </p:nvPr>
        </p:nvSpPr>
        <p:spPr>
          <a:xfrm>
            <a:off x="2021556" y="1577371"/>
            <a:ext cx="8148886" cy="1574800"/>
          </a:xfrm>
          <a:prstGeom prst="rect">
            <a:avLst/>
          </a:prstGeom>
        </p:spPr>
        <p:txBody>
          <a:bodyPr wrap="square" lIns="0" tIns="0" rIns="0" bIns="0">
            <a:spAutoFit/>
          </a:bodyPr>
          <a:lstStyle>
            <a:lvl1pPr>
              <a:defRPr sz="2400" b="1" i="0">
                <a:solidFill>
                  <a:srgbClr val="6685C2"/>
                </a:solidFill>
                <a:latin typeface="Roboto Black"/>
                <a:cs typeface="Roboto Black"/>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2/6/2024</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29294622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8332893"/>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5" r:id="rId14"/>
    <p:sldLayoutId id="2147483686"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7">
          <p15:clr>
            <a:srgbClr val="F26B43"/>
          </p15:clr>
        </p15:guide>
        <p15:guide id="2" pos="7423">
          <p15:clr>
            <a:srgbClr val="F26B43"/>
          </p15:clr>
        </p15:guide>
        <p15:guide id="3" orient="horz" pos="4065">
          <p15:clr>
            <a:srgbClr val="F26B43"/>
          </p15:clr>
        </p15:guide>
        <p15:guide id="4" orient="horz" pos="255">
          <p15:clr>
            <a:srgbClr val="F26B43"/>
          </p15:clr>
        </p15:guide>
        <p15:guide id="5" pos="778">
          <p15:clr>
            <a:srgbClr val="F26B43"/>
          </p15:clr>
        </p15:guide>
        <p15:guide id="6" pos="846">
          <p15:clr>
            <a:srgbClr val="F26B43"/>
          </p15:clr>
        </p15:guide>
        <p15:guide id="7" pos="1391">
          <p15:clr>
            <a:srgbClr val="F26B43"/>
          </p15:clr>
        </p15:guide>
        <p15:guide id="8" pos="1459">
          <p15:clr>
            <a:srgbClr val="F26B43"/>
          </p15:clr>
        </p15:guide>
        <p15:guide id="9" pos="1980">
          <p15:clr>
            <a:srgbClr val="F26B43"/>
          </p15:clr>
        </p15:guide>
        <p15:guide id="10" pos="2048">
          <p15:clr>
            <a:srgbClr val="F26B43"/>
          </p15:clr>
        </p15:guide>
        <p15:guide id="11" pos="2593">
          <p15:clr>
            <a:srgbClr val="F26B43"/>
          </p15:clr>
        </p15:guide>
        <p15:guide id="12" pos="2661">
          <p15:clr>
            <a:srgbClr val="F26B43"/>
          </p15:clr>
        </p15:guide>
        <p15:guide id="13" pos="3182">
          <p15:clr>
            <a:srgbClr val="F26B43"/>
          </p15:clr>
        </p15:guide>
        <p15:guide id="14" pos="3250">
          <p15:clr>
            <a:srgbClr val="F26B43"/>
          </p15:clr>
        </p15:guide>
        <p15:guide id="15" pos="3795">
          <p15:clr>
            <a:srgbClr val="F26B43"/>
          </p15:clr>
        </p15:guide>
        <p15:guide id="16" pos="3863">
          <p15:clr>
            <a:srgbClr val="F26B43"/>
          </p15:clr>
        </p15:guide>
        <p15:guide id="17" pos="4407">
          <p15:clr>
            <a:srgbClr val="F26B43"/>
          </p15:clr>
        </p15:guide>
        <p15:guide id="18" pos="4475">
          <p15:clr>
            <a:srgbClr val="F26B43"/>
          </p15:clr>
        </p15:guide>
        <p15:guide id="19" pos="4997">
          <p15:clr>
            <a:srgbClr val="F26B43"/>
          </p15:clr>
        </p15:guide>
        <p15:guide id="20" pos="5065">
          <p15:clr>
            <a:srgbClr val="F26B43"/>
          </p15:clr>
        </p15:guide>
        <p15:guide id="21" pos="5609">
          <p15:clr>
            <a:srgbClr val="F26B43"/>
          </p15:clr>
        </p15:guide>
        <p15:guide id="22" pos="5677">
          <p15:clr>
            <a:srgbClr val="F26B43"/>
          </p15:clr>
        </p15:guide>
        <p15:guide id="23" pos="6221">
          <p15:clr>
            <a:srgbClr val="F26B43"/>
          </p15:clr>
        </p15:guide>
        <p15:guide id="24" pos="6289">
          <p15:clr>
            <a:srgbClr val="F26B43"/>
          </p15:clr>
        </p15:guide>
        <p15:guide id="25" pos="6811">
          <p15:clr>
            <a:srgbClr val="F26B43"/>
          </p15:clr>
        </p15:guide>
        <p15:guide id="26" pos="687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g"/><Relationship Id="rId1" Type="http://schemas.openxmlformats.org/officeDocument/2006/relationships/slideLayout" Target="../slideLayouts/slideLayout14.xml"/><Relationship Id="rId5" Type="http://schemas.openxmlformats.org/officeDocument/2006/relationships/image" Target="../media/image24.svg"/><Relationship Id="rId4" Type="http://schemas.openxmlformats.org/officeDocument/2006/relationships/image" Target="../media/image23.png"/></Relationships>
</file>

<file path=ppt/slides/_rels/slide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7.jpeg"/><Relationship Id="rId7" Type="http://schemas.openxmlformats.org/officeDocument/2006/relationships/image" Target="../media/image29.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hyperlink" Target="https://www.youtube.com/watch?v=f7ctKlLxOAI" TargetMode="External"/><Relationship Id="rId5" Type="http://schemas.openxmlformats.org/officeDocument/2006/relationships/image" Target="../media/image26.png"/><Relationship Id="rId4" Type="http://schemas.openxmlformats.org/officeDocument/2006/relationships/image" Target="../media/image28.png"/></Relationships>
</file>

<file path=ppt/slides/_rels/slide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32.svg"/><Relationship Id="rId4" Type="http://schemas.openxmlformats.org/officeDocument/2006/relationships/image" Target="../media/image31.png"/></Relationships>
</file>

<file path=ppt/slides/_rels/slide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hyperlink" Target="https://youtu.be/N9wa5zHf4wQ" TargetMode="External"/><Relationship Id="rId4" Type="http://schemas.openxmlformats.org/officeDocument/2006/relationships/image" Target="../media/image35.png"/></Relationships>
</file>

<file path=ppt/slides/_rels/slide8.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7.png"/><Relationship Id="rId7" Type="http://schemas.openxmlformats.org/officeDocument/2006/relationships/image" Target="../media/image40.png"/><Relationship Id="rId2" Type="http://schemas.openxmlformats.org/officeDocument/2006/relationships/image" Target="../media/image36.jpe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hyperlink" Target="https://www.youtube.com/watch?v=0PCpwZd9T8Q&amp;t=1s" TargetMode="External"/><Relationship Id="rId4" Type="http://schemas.openxmlformats.org/officeDocument/2006/relationships/image" Target="../media/image38.jpeg"/></Relationships>
</file>

<file path=ppt/slides/_rels/slide9.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26.png"/><Relationship Id="rId1" Type="http://schemas.openxmlformats.org/officeDocument/2006/relationships/slideLayout" Target="../slideLayouts/slideLayout12.xml"/><Relationship Id="rId4" Type="http://schemas.openxmlformats.org/officeDocument/2006/relationships/hyperlink" Target="https://forms.office.com/e/4JVAP5CwdV"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4.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descr="Un par de personas sentadas en una mesa&#10;&#10;Descripción generada automáticamente con confianza baja">
            <a:extLst>
              <a:ext uri="{FF2B5EF4-FFF2-40B4-BE49-F238E27FC236}">
                <a16:creationId xmlns:a16="http://schemas.microsoft.com/office/drawing/2014/main" id="{D4B4C03B-8715-7776-6E2B-50EAEA2932F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4869" b="10755"/>
          <a:stretch/>
        </p:blipFill>
        <p:spPr>
          <a:xfrm>
            <a:off x="0" y="-8"/>
            <a:ext cx="12192000" cy="6857999"/>
          </a:xfrm>
          <a:prstGeom prst="rect">
            <a:avLst/>
          </a:prstGeom>
        </p:spPr>
      </p:pic>
      <p:sp>
        <p:nvSpPr>
          <p:cNvPr id="6" name="Rectángulo 5">
            <a:extLst>
              <a:ext uri="{FF2B5EF4-FFF2-40B4-BE49-F238E27FC236}">
                <a16:creationId xmlns:a16="http://schemas.microsoft.com/office/drawing/2014/main" id="{662B30E1-7A26-6568-E377-69A08C99B9CF}"/>
              </a:ext>
            </a:extLst>
          </p:cNvPr>
          <p:cNvSpPr/>
          <p:nvPr/>
        </p:nvSpPr>
        <p:spPr>
          <a:xfrm>
            <a:off x="0" y="-9"/>
            <a:ext cx="12192000" cy="6857999"/>
          </a:xfrm>
          <a:prstGeom prst="rect">
            <a:avLst/>
          </a:prstGeom>
          <a:solidFill>
            <a:srgbClr val="0F1C5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CuadroTexto 10">
            <a:extLst>
              <a:ext uri="{FF2B5EF4-FFF2-40B4-BE49-F238E27FC236}">
                <a16:creationId xmlns:a16="http://schemas.microsoft.com/office/drawing/2014/main" id="{151CB740-1297-DDE9-B687-5209E077564B}"/>
              </a:ext>
            </a:extLst>
          </p:cNvPr>
          <p:cNvSpPr txBox="1"/>
          <p:nvPr/>
        </p:nvSpPr>
        <p:spPr>
          <a:xfrm>
            <a:off x="374530" y="3237972"/>
            <a:ext cx="8827630" cy="1754326"/>
          </a:xfrm>
          <a:prstGeom prst="rect">
            <a:avLst/>
          </a:prstGeom>
          <a:noFill/>
          <a:effectLst/>
        </p:spPr>
        <p:txBody>
          <a:bodyPr wrap="square" rtlCol="0">
            <a:spAutoFit/>
          </a:bodyPr>
          <a:lstStyle/>
          <a:p>
            <a:r>
              <a:rPr lang="es-ES" sz="5400" b="1" dirty="0">
                <a:solidFill>
                  <a:schemeClr val="bg1"/>
                </a:solidFill>
                <a:effectLst>
                  <a:outerShdw blurRad="38100" dist="38100" dir="2700000" algn="tl">
                    <a:srgbClr val="000000">
                      <a:alpha val="43137"/>
                    </a:srgbClr>
                  </a:outerShdw>
                </a:effectLst>
                <a:latin typeface="Roboto Black" panose="02000000000000000000" pitchFamily="2" charset="0"/>
                <a:ea typeface="Roboto Black" panose="02000000000000000000" pitchFamily="2" charset="0"/>
                <a:cs typeface="Arial" panose="020B0604020202020204" pitchFamily="34" charset="0"/>
              </a:rPr>
              <a:t>International </a:t>
            </a:r>
            <a:r>
              <a:rPr lang="es-ES" sz="5400" b="1" dirty="0" err="1">
                <a:solidFill>
                  <a:schemeClr val="bg1"/>
                </a:solidFill>
                <a:effectLst>
                  <a:outerShdw blurRad="38100" dist="38100" dir="2700000" algn="tl">
                    <a:srgbClr val="000000">
                      <a:alpha val="43137"/>
                    </a:srgbClr>
                  </a:outerShdw>
                </a:effectLst>
                <a:latin typeface="Roboto Black" panose="02000000000000000000" pitchFamily="2" charset="0"/>
                <a:ea typeface="Roboto Black" panose="02000000000000000000" pitchFamily="2" charset="0"/>
                <a:cs typeface="Arial" panose="020B0604020202020204" pitchFamily="34" charset="0"/>
              </a:rPr>
              <a:t>Technology</a:t>
            </a:r>
            <a:r>
              <a:rPr lang="es-ES" sz="5400" b="1" dirty="0">
                <a:solidFill>
                  <a:schemeClr val="bg1"/>
                </a:solidFill>
                <a:effectLst>
                  <a:outerShdw blurRad="38100" dist="38100" dir="2700000" algn="tl">
                    <a:srgbClr val="000000">
                      <a:alpha val="43137"/>
                    </a:srgbClr>
                  </a:outerShdw>
                </a:effectLst>
                <a:latin typeface="Roboto Black" panose="02000000000000000000" pitchFamily="2" charset="0"/>
                <a:ea typeface="Roboto Black" panose="02000000000000000000" pitchFamily="2" charset="0"/>
                <a:cs typeface="Arial" panose="020B0604020202020204" pitchFamily="34" charset="0"/>
              </a:rPr>
              <a:t> </a:t>
            </a:r>
            <a:r>
              <a:rPr lang="es-ES" sz="5400" b="1" dirty="0" err="1">
                <a:solidFill>
                  <a:schemeClr val="bg1"/>
                </a:solidFill>
                <a:effectLst>
                  <a:outerShdw blurRad="38100" dist="38100" dir="2700000" algn="tl">
                    <a:srgbClr val="000000">
                      <a:alpha val="43137"/>
                    </a:srgbClr>
                  </a:outerShdw>
                </a:effectLst>
                <a:latin typeface="Roboto Black" panose="02000000000000000000" pitchFamily="2" charset="0"/>
                <a:ea typeface="Roboto Black" panose="02000000000000000000" pitchFamily="2" charset="0"/>
                <a:cs typeface="Arial" panose="020B0604020202020204" pitchFamily="34" charset="0"/>
              </a:rPr>
              <a:t>Olympics</a:t>
            </a:r>
            <a:endParaRPr lang="es-ES" sz="5400" b="1" dirty="0">
              <a:solidFill>
                <a:schemeClr val="bg1"/>
              </a:solidFill>
              <a:effectLst>
                <a:outerShdw blurRad="38100" dist="38100" dir="2700000" algn="tl">
                  <a:srgbClr val="000000">
                    <a:alpha val="43137"/>
                  </a:srgbClr>
                </a:outerShdw>
              </a:effectLst>
              <a:latin typeface="Roboto Black" panose="02000000000000000000" pitchFamily="2" charset="0"/>
              <a:ea typeface="Roboto Black" panose="02000000000000000000" pitchFamily="2" charset="0"/>
              <a:cs typeface="Arial" panose="020B0604020202020204" pitchFamily="34" charset="0"/>
            </a:endParaRPr>
          </a:p>
        </p:txBody>
      </p:sp>
      <p:sp>
        <p:nvSpPr>
          <p:cNvPr id="12" name="CuadroTexto 11">
            <a:extLst>
              <a:ext uri="{FF2B5EF4-FFF2-40B4-BE49-F238E27FC236}">
                <a16:creationId xmlns:a16="http://schemas.microsoft.com/office/drawing/2014/main" id="{E3DE6E28-0E4E-2A06-4606-A8B8AB61F877}"/>
              </a:ext>
            </a:extLst>
          </p:cNvPr>
          <p:cNvSpPr txBox="1"/>
          <p:nvPr/>
        </p:nvSpPr>
        <p:spPr>
          <a:xfrm>
            <a:off x="374530" y="5823296"/>
            <a:ext cx="8827630" cy="369332"/>
          </a:xfrm>
          <a:prstGeom prst="rect">
            <a:avLst/>
          </a:prstGeom>
          <a:noFill/>
        </p:spPr>
        <p:txBody>
          <a:bodyPr wrap="square" rtlCol="0">
            <a:spAutoFit/>
          </a:bodyPr>
          <a:lstStyle/>
          <a:p>
            <a:r>
              <a:rPr lang="en-US" dirty="0">
                <a:solidFill>
                  <a:schemeClr val="bg1"/>
                </a:solidFill>
                <a:latin typeface="Roboto" panose="02000000000000000000" pitchFamily="2" charset="0"/>
                <a:ea typeface="Roboto" panose="02000000000000000000" pitchFamily="2" charset="0"/>
                <a:cs typeface="Arial" panose="020B0604020202020204" pitchFamily="34" charset="0"/>
              </a:rPr>
              <a:t>An interactive journey to develop digital skills</a:t>
            </a:r>
            <a:endParaRPr lang="es-ES" dirty="0">
              <a:solidFill>
                <a:schemeClr val="bg1"/>
              </a:solidFill>
              <a:latin typeface="Roboto" panose="02000000000000000000" pitchFamily="2" charset="0"/>
              <a:ea typeface="Roboto" panose="02000000000000000000" pitchFamily="2" charset="0"/>
              <a:cs typeface="Arial" panose="020B0604020202020204" pitchFamily="34" charset="0"/>
            </a:endParaRPr>
          </a:p>
        </p:txBody>
      </p:sp>
      <p:cxnSp>
        <p:nvCxnSpPr>
          <p:cNvPr id="4" name="Conector recto 3">
            <a:extLst>
              <a:ext uri="{FF2B5EF4-FFF2-40B4-BE49-F238E27FC236}">
                <a16:creationId xmlns:a16="http://schemas.microsoft.com/office/drawing/2014/main" id="{EC488FCF-D723-6CF4-7259-AB3E8622E477}"/>
              </a:ext>
            </a:extLst>
          </p:cNvPr>
          <p:cNvCxnSpPr>
            <a:cxnSpLocks/>
          </p:cNvCxnSpPr>
          <p:nvPr/>
        </p:nvCxnSpPr>
        <p:spPr>
          <a:xfrm>
            <a:off x="442685" y="6276839"/>
            <a:ext cx="1126354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CuadroTexto 12">
            <a:extLst>
              <a:ext uri="{FF2B5EF4-FFF2-40B4-BE49-F238E27FC236}">
                <a16:creationId xmlns:a16="http://schemas.microsoft.com/office/drawing/2014/main" id="{07B161DF-B811-3A05-2A51-F0910771919A}"/>
              </a:ext>
            </a:extLst>
          </p:cNvPr>
          <p:cNvSpPr txBox="1"/>
          <p:nvPr/>
        </p:nvSpPr>
        <p:spPr>
          <a:xfrm>
            <a:off x="9877425" y="5850929"/>
            <a:ext cx="1828800" cy="369332"/>
          </a:xfrm>
          <a:prstGeom prst="rect">
            <a:avLst/>
          </a:prstGeom>
          <a:noFill/>
        </p:spPr>
        <p:txBody>
          <a:bodyPr wrap="square" rtlCol="0">
            <a:spAutoFit/>
          </a:bodyPr>
          <a:lstStyle/>
          <a:p>
            <a:pPr algn="r"/>
            <a:r>
              <a:rPr lang="es-ES" dirty="0">
                <a:solidFill>
                  <a:schemeClr val="bg1"/>
                </a:solidFill>
                <a:latin typeface="Roboto" panose="02000000000000000000" pitchFamily="2" charset="0"/>
                <a:ea typeface="Roboto" panose="02000000000000000000" pitchFamily="2" charset="0"/>
                <a:cs typeface="Arial" panose="020B0604020202020204" pitchFamily="34" charset="0"/>
              </a:rPr>
              <a:t>3rd </a:t>
            </a:r>
            <a:r>
              <a:rPr lang="es-ES" dirty="0" err="1">
                <a:solidFill>
                  <a:schemeClr val="bg1"/>
                </a:solidFill>
                <a:latin typeface="Roboto" panose="02000000000000000000" pitchFamily="2" charset="0"/>
                <a:ea typeface="Roboto" panose="02000000000000000000" pitchFamily="2" charset="0"/>
                <a:cs typeface="Arial" panose="020B0604020202020204" pitchFamily="34" charset="0"/>
              </a:rPr>
              <a:t>edition</a:t>
            </a:r>
            <a:endParaRPr lang="es-ES" dirty="0">
              <a:solidFill>
                <a:schemeClr val="bg1"/>
              </a:solidFill>
              <a:latin typeface="Roboto" panose="02000000000000000000" pitchFamily="2" charset="0"/>
              <a:ea typeface="Roboto" panose="02000000000000000000" pitchFamily="2" charset="0"/>
              <a:cs typeface="Arial" panose="020B0604020202020204" pitchFamily="34" charset="0"/>
            </a:endParaRPr>
          </a:p>
        </p:txBody>
      </p:sp>
      <p:pic>
        <p:nvPicPr>
          <p:cNvPr id="5" name="Imagen 4" descr="Imagen que contiene Logotipo&#10;&#10;Descripción generada automáticamente">
            <a:extLst>
              <a:ext uri="{FF2B5EF4-FFF2-40B4-BE49-F238E27FC236}">
                <a16:creationId xmlns:a16="http://schemas.microsoft.com/office/drawing/2014/main" id="{CFBF0CCB-AD45-9D04-1DCE-EFF933D967A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66244" y="-218366"/>
            <a:ext cx="3625756" cy="1453353"/>
          </a:xfrm>
          <a:prstGeom prst="rect">
            <a:avLst/>
          </a:prstGeom>
        </p:spPr>
      </p:pic>
    </p:spTree>
    <p:extLst>
      <p:ext uri="{BB962C8B-B14F-4D97-AF65-F5344CB8AC3E}">
        <p14:creationId xmlns:p14="http://schemas.microsoft.com/office/powerpoint/2010/main" val="419042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Un par de personas sentadas en una mesa&#10;&#10;Descripción generada automáticamente con confianza baja">
            <a:extLst>
              <a:ext uri="{FF2B5EF4-FFF2-40B4-BE49-F238E27FC236}">
                <a16:creationId xmlns:a16="http://schemas.microsoft.com/office/drawing/2014/main" id="{B3CAB000-ACC0-3349-D6F6-CAE22BA53EB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4869" b="10755"/>
          <a:stretch/>
        </p:blipFill>
        <p:spPr>
          <a:xfrm>
            <a:off x="0" y="-8"/>
            <a:ext cx="12192000" cy="6857999"/>
          </a:xfrm>
          <a:prstGeom prst="rect">
            <a:avLst/>
          </a:prstGeom>
        </p:spPr>
      </p:pic>
      <p:sp>
        <p:nvSpPr>
          <p:cNvPr id="16" name="Rectángulo 15">
            <a:extLst>
              <a:ext uri="{FF2B5EF4-FFF2-40B4-BE49-F238E27FC236}">
                <a16:creationId xmlns:a16="http://schemas.microsoft.com/office/drawing/2014/main" id="{07AA8AA0-6F70-20FC-0548-77D6C13E9DBD}"/>
              </a:ext>
            </a:extLst>
          </p:cNvPr>
          <p:cNvSpPr/>
          <p:nvPr/>
        </p:nvSpPr>
        <p:spPr>
          <a:xfrm>
            <a:off x="0" y="-9"/>
            <a:ext cx="12192000" cy="6857999"/>
          </a:xfrm>
          <a:prstGeom prst="rect">
            <a:avLst/>
          </a:prstGeom>
          <a:solidFill>
            <a:srgbClr val="6785C1">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Rectángulo 11">
            <a:extLst>
              <a:ext uri="{FF2B5EF4-FFF2-40B4-BE49-F238E27FC236}">
                <a16:creationId xmlns:a16="http://schemas.microsoft.com/office/drawing/2014/main" id="{59DBFA27-D586-73F7-F8BB-4524D71E8FF6}"/>
              </a:ext>
            </a:extLst>
          </p:cNvPr>
          <p:cNvSpPr/>
          <p:nvPr/>
        </p:nvSpPr>
        <p:spPr>
          <a:xfrm>
            <a:off x="464026" y="1453353"/>
            <a:ext cx="4612941" cy="687898"/>
          </a:xfrm>
          <a:prstGeom prst="rect">
            <a:avLst/>
          </a:prstGeom>
          <a:solidFill>
            <a:srgbClr val="EBA90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CuadroTexto 12">
            <a:extLst>
              <a:ext uri="{FF2B5EF4-FFF2-40B4-BE49-F238E27FC236}">
                <a16:creationId xmlns:a16="http://schemas.microsoft.com/office/drawing/2014/main" id="{F4547FB0-3F6D-ACA3-B5A7-091E209472F1}"/>
              </a:ext>
            </a:extLst>
          </p:cNvPr>
          <p:cNvSpPr txBox="1"/>
          <p:nvPr/>
        </p:nvSpPr>
        <p:spPr>
          <a:xfrm>
            <a:off x="852349" y="1541674"/>
            <a:ext cx="1207382" cy="523220"/>
          </a:xfrm>
          <a:prstGeom prst="rect">
            <a:avLst/>
          </a:prstGeom>
          <a:noFill/>
        </p:spPr>
        <p:txBody>
          <a:bodyPr wrap="none" rtlCol="0">
            <a:spAutoFit/>
          </a:bodyPr>
          <a:lstStyle/>
          <a:p>
            <a:r>
              <a:rPr lang="es-ES" sz="2800" b="1" dirty="0">
                <a:solidFill>
                  <a:schemeClr val="bg1"/>
                </a:solidFill>
                <a:latin typeface="Roboto Black" panose="02000000000000000000" pitchFamily="2" charset="0"/>
                <a:ea typeface="Roboto Black" panose="02000000000000000000" pitchFamily="2" charset="0"/>
              </a:rPr>
              <a:t>INDEX</a:t>
            </a:r>
            <a:endParaRPr lang="es-ES" sz="2400" b="1" dirty="0">
              <a:solidFill>
                <a:schemeClr val="bg1"/>
              </a:solidFill>
              <a:latin typeface="Roboto Black" panose="02000000000000000000" pitchFamily="2" charset="0"/>
              <a:ea typeface="Roboto Black" panose="02000000000000000000" pitchFamily="2" charset="0"/>
            </a:endParaRPr>
          </a:p>
        </p:txBody>
      </p:sp>
      <p:sp>
        <p:nvSpPr>
          <p:cNvPr id="14" name="Rectángulo 13">
            <a:extLst>
              <a:ext uri="{FF2B5EF4-FFF2-40B4-BE49-F238E27FC236}">
                <a16:creationId xmlns:a16="http://schemas.microsoft.com/office/drawing/2014/main" id="{561F8E8B-3490-70C6-BDD4-E33BF5CCF767}"/>
              </a:ext>
            </a:extLst>
          </p:cNvPr>
          <p:cNvSpPr/>
          <p:nvPr/>
        </p:nvSpPr>
        <p:spPr>
          <a:xfrm>
            <a:off x="464026" y="2261468"/>
            <a:ext cx="4612941" cy="3143180"/>
          </a:xfrm>
          <a:prstGeom prst="rect">
            <a:avLst/>
          </a:prstGeom>
          <a:solidFill>
            <a:srgbClr val="FFFFFF">
              <a:alpha val="80000"/>
            </a:srgb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Marcador de texto 4">
            <a:extLst>
              <a:ext uri="{FF2B5EF4-FFF2-40B4-BE49-F238E27FC236}">
                <a16:creationId xmlns:a16="http://schemas.microsoft.com/office/drawing/2014/main" id="{AB5DCADC-434F-98E7-5051-6871D9578616}"/>
              </a:ext>
            </a:extLst>
          </p:cNvPr>
          <p:cNvSpPr txBox="1">
            <a:spLocks/>
          </p:cNvSpPr>
          <p:nvPr/>
        </p:nvSpPr>
        <p:spPr>
          <a:xfrm>
            <a:off x="714611" y="2473606"/>
            <a:ext cx="4456633" cy="284272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lang="es-ES" sz="1600" kern="1200" dirty="0" smtClean="0">
                <a:solidFill>
                  <a:schemeClr val="bg1">
                    <a:lumMod val="65000"/>
                  </a:schemeClr>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s-ES" sz="1600" kern="1200" dirty="0" smtClean="0">
                <a:solidFill>
                  <a:schemeClr val="bg1">
                    <a:lumMod val="65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s-ES" sz="1600" kern="1200" dirty="0" smtClean="0">
                <a:solidFill>
                  <a:schemeClr val="bg1">
                    <a:lumMod val="65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s-ES" sz="1600" kern="1200" dirty="0" smtClean="0">
                <a:solidFill>
                  <a:schemeClr val="bg1">
                    <a:lumMod val="65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s-ES" sz="1600" kern="1200" dirty="0">
                <a:solidFill>
                  <a:schemeClr val="bg1">
                    <a:lumMod val="65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00000"/>
              </a:lnSpc>
              <a:spcBef>
                <a:spcPts val="0"/>
              </a:spcBef>
              <a:buAutoNum type="arabicPeriod"/>
            </a:pPr>
            <a:r>
              <a:rPr lang="es-ES" sz="2000" dirty="0" err="1">
                <a:solidFill>
                  <a:schemeClr val="tx1">
                    <a:lumMod val="75000"/>
                    <a:lumOff val="25000"/>
                  </a:schemeClr>
                </a:solidFill>
                <a:latin typeface="Roboto" panose="02000000000000000000" pitchFamily="2" charset="0"/>
                <a:ea typeface="Roboto" panose="02000000000000000000" pitchFamily="2" charset="0"/>
              </a:rPr>
              <a:t>About</a:t>
            </a:r>
            <a:r>
              <a:rPr lang="es-ES" sz="2000" dirty="0">
                <a:solidFill>
                  <a:schemeClr val="tx1">
                    <a:lumMod val="75000"/>
                    <a:lumOff val="25000"/>
                  </a:schemeClr>
                </a:solidFill>
                <a:latin typeface="Roboto" panose="02000000000000000000" pitchFamily="2" charset="0"/>
                <a:ea typeface="Roboto" panose="02000000000000000000" pitchFamily="2" charset="0"/>
              </a:rPr>
              <a:t> NTT DATA FOUNDATION</a:t>
            </a:r>
          </a:p>
          <a:p>
            <a:pPr marL="342900" indent="-342900" algn="just">
              <a:lnSpc>
                <a:spcPct val="100000"/>
              </a:lnSpc>
              <a:spcBef>
                <a:spcPts val="0"/>
              </a:spcBef>
              <a:buAutoNum type="arabicPeriod"/>
            </a:pPr>
            <a:r>
              <a:rPr lang="es-ES" sz="2000" dirty="0" err="1">
                <a:solidFill>
                  <a:schemeClr val="tx1">
                    <a:lumMod val="75000"/>
                    <a:lumOff val="25000"/>
                  </a:schemeClr>
                </a:solidFill>
                <a:latin typeface="Roboto" panose="02000000000000000000" pitchFamily="2" charset="0"/>
                <a:ea typeface="Roboto" panose="02000000000000000000" pitchFamily="2" charset="0"/>
              </a:rPr>
              <a:t>Objective</a:t>
            </a:r>
            <a:endParaRPr lang="es-ES" sz="2000" dirty="0">
              <a:solidFill>
                <a:schemeClr val="tx1">
                  <a:lumMod val="75000"/>
                  <a:lumOff val="25000"/>
                </a:schemeClr>
              </a:solidFill>
              <a:latin typeface="Roboto" panose="02000000000000000000" pitchFamily="2" charset="0"/>
              <a:ea typeface="Roboto" panose="02000000000000000000" pitchFamily="2" charset="0"/>
            </a:endParaRPr>
          </a:p>
          <a:p>
            <a:pPr marL="342900" indent="-342900" algn="just">
              <a:lnSpc>
                <a:spcPct val="100000"/>
              </a:lnSpc>
              <a:spcBef>
                <a:spcPts val="0"/>
              </a:spcBef>
              <a:buAutoNum type="arabicPeriod"/>
            </a:pPr>
            <a:r>
              <a:rPr lang="es-ES" sz="2000" dirty="0" err="1">
                <a:solidFill>
                  <a:schemeClr val="tx1">
                    <a:lumMod val="75000"/>
                    <a:lumOff val="25000"/>
                  </a:schemeClr>
                </a:solidFill>
                <a:latin typeface="Roboto" panose="02000000000000000000" pitchFamily="2" charset="0"/>
                <a:ea typeface="Roboto" panose="02000000000000000000" pitchFamily="2" charset="0"/>
              </a:rPr>
              <a:t>What</a:t>
            </a:r>
            <a:r>
              <a:rPr lang="es-ES" sz="2000" dirty="0">
                <a:solidFill>
                  <a:schemeClr val="tx1">
                    <a:lumMod val="75000"/>
                    <a:lumOff val="25000"/>
                  </a:schemeClr>
                </a:solidFill>
                <a:latin typeface="Roboto" panose="02000000000000000000" pitchFamily="2" charset="0"/>
                <a:ea typeface="Roboto" panose="02000000000000000000" pitchFamily="2" charset="0"/>
              </a:rPr>
              <a:t> </a:t>
            </a:r>
            <a:r>
              <a:rPr lang="es-ES" sz="2000" dirty="0" err="1">
                <a:solidFill>
                  <a:schemeClr val="tx1">
                    <a:lumMod val="75000"/>
                    <a:lumOff val="25000"/>
                  </a:schemeClr>
                </a:solidFill>
                <a:latin typeface="Roboto" panose="02000000000000000000" pitchFamily="2" charset="0"/>
                <a:ea typeface="Roboto" panose="02000000000000000000" pitchFamily="2" charset="0"/>
              </a:rPr>
              <a:t>it</a:t>
            </a:r>
            <a:r>
              <a:rPr lang="es-ES" sz="2000" dirty="0">
                <a:solidFill>
                  <a:schemeClr val="tx1">
                    <a:lumMod val="75000"/>
                    <a:lumOff val="25000"/>
                  </a:schemeClr>
                </a:solidFill>
                <a:latin typeface="Roboto" panose="02000000000000000000" pitchFamily="2" charset="0"/>
                <a:ea typeface="Roboto" panose="02000000000000000000" pitchFamily="2" charset="0"/>
              </a:rPr>
              <a:t> </a:t>
            </a:r>
            <a:r>
              <a:rPr lang="es-ES" sz="2000" dirty="0" err="1">
                <a:solidFill>
                  <a:schemeClr val="tx1">
                    <a:lumMod val="75000"/>
                    <a:lumOff val="25000"/>
                  </a:schemeClr>
                </a:solidFill>
                <a:latin typeface="Roboto" panose="02000000000000000000" pitchFamily="2" charset="0"/>
                <a:ea typeface="Roboto" panose="02000000000000000000" pitchFamily="2" charset="0"/>
              </a:rPr>
              <a:t>consists</a:t>
            </a:r>
            <a:r>
              <a:rPr lang="es-ES" sz="2000" dirty="0">
                <a:solidFill>
                  <a:schemeClr val="tx1">
                    <a:lumMod val="75000"/>
                    <a:lumOff val="25000"/>
                  </a:schemeClr>
                </a:solidFill>
                <a:latin typeface="Roboto" panose="02000000000000000000" pitchFamily="2" charset="0"/>
                <a:ea typeface="Roboto" panose="02000000000000000000" pitchFamily="2" charset="0"/>
              </a:rPr>
              <a:t> </a:t>
            </a:r>
            <a:r>
              <a:rPr lang="es-ES" sz="2000" dirty="0" err="1">
                <a:solidFill>
                  <a:schemeClr val="tx1">
                    <a:lumMod val="75000"/>
                    <a:lumOff val="25000"/>
                  </a:schemeClr>
                </a:solidFill>
                <a:latin typeface="Roboto" panose="02000000000000000000" pitchFamily="2" charset="0"/>
                <a:ea typeface="Roboto" panose="02000000000000000000" pitchFamily="2" charset="0"/>
              </a:rPr>
              <a:t>of</a:t>
            </a:r>
            <a:endParaRPr lang="es-ES" sz="2000" dirty="0">
              <a:solidFill>
                <a:schemeClr val="tx1">
                  <a:lumMod val="75000"/>
                  <a:lumOff val="25000"/>
                </a:schemeClr>
              </a:solidFill>
              <a:latin typeface="Roboto" panose="02000000000000000000" pitchFamily="2" charset="0"/>
              <a:ea typeface="Roboto" panose="02000000000000000000" pitchFamily="2" charset="0"/>
            </a:endParaRPr>
          </a:p>
          <a:p>
            <a:pPr marL="342900" indent="-342900" algn="just">
              <a:lnSpc>
                <a:spcPct val="100000"/>
              </a:lnSpc>
              <a:spcBef>
                <a:spcPts val="0"/>
              </a:spcBef>
              <a:buAutoNum type="arabicPeriod"/>
            </a:pPr>
            <a:r>
              <a:rPr lang="en-US" sz="2000" dirty="0">
                <a:solidFill>
                  <a:schemeClr val="tx1">
                    <a:lumMod val="75000"/>
                    <a:lumOff val="25000"/>
                  </a:schemeClr>
                </a:solidFill>
                <a:latin typeface="Roboto" panose="02000000000000000000" pitchFamily="2" charset="0"/>
                <a:ea typeface="Roboto" panose="02000000000000000000" pitchFamily="2" charset="0"/>
              </a:rPr>
              <a:t>Who is it for? Impact</a:t>
            </a:r>
            <a:endParaRPr lang="es-ES" sz="2000" dirty="0">
              <a:solidFill>
                <a:schemeClr val="tx1">
                  <a:lumMod val="75000"/>
                  <a:lumOff val="25000"/>
                </a:schemeClr>
              </a:solidFill>
              <a:latin typeface="Roboto" panose="02000000000000000000" pitchFamily="2" charset="0"/>
              <a:ea typeface="Roboto" panose="02000000000000000000" pitchFamily="2" charset="0"/>
            </a:endParaRPr>
          </a:p>
          <a:p>
            <a:pPr marL="342900" indent="-342900" algn="just">
              <a:lnSpc>
                <a:spcPct val="100000"/>
              </a:lnSpc>
              <a:spcBef>
                <a:spcPts val="0"/>
              </a:spcBef>
              <a:buAutoNum type="arabicPeriod"/>
            </a:pPr>
            <a:r>
              <a:rPr lang="es-ES" sz="2000" dirty="0" err="1">
                <a:solidFill>
                  <a:schemeClr val="tx1">
                    <a:lumMod val="75000"/>
                    <a:lumOff val="25000"/>
                  </a:schemeClr>
                </a:solidFill>
                <a:latin typeface="Roboto" panose="02000000000000000000" pitchFamily="2" charset="0"/>
                <a:ea typeface="Roboto" panose="02000000000000000000" pitchFamily="2" charset="0"/>
              </a:rPr>
              <a:t>Methodology</a:t>
            </a:r>
            <a:endParaRPr lang="es-ES" sz="2000" dirty="0">
              <a:solidFill>
                <a:schemeClr val="tx1">
                  <a:lumMod val="75000"/>
                  <a:lumOff val="25000"/>
                </a:schemeClr>
              </a:solidFill>
              <a:latin typeface="Roboto" panose="02000000000000000000" pitchFamily="2" charset="0"/>
              <a:ea typeface="Roboto" panose="02000000000000000000" pitchFamily="2" charset="0"/>
            </a:endParaRPr>
          </a:p>
          <a:p>
            <a:pPr marL="342900" indent="-342900" algn="just">
              <a:lnSpc>
                <a:spcPct val="100000"/>
              </a:lnSpc>
              <a:spcBef>
                <a:spcPts val="0"/>
              </a:spcBef>
              <a:buAutoNum type="arabicPeriod"/>
            </a:pPr>
            <a:r>
              <a:rPr lang="es-ES" sz="2000" dirty="0">
                <a:solidFill>
                  <a:schemeClr val="tx1">
                    <a:lumMod val="75000"/>
                    <a:lumOff val="25000"/>
                  </a:schemeClr>
                </a:solidFill>
                <a:latin typeface="Roboto" panose="02000000000000000000" pitchFamily="2" charset="0"/>
                <a:ea typeface="Roboto" panose="02000000000000000000" pitchFamily="2" charset="0"/>
              </a:rPr>
              <a:t>Final </a:t>
            </a:r>
            <a:r>
              <a:rPr lang="es-ES" sz="2000" dirty="0" err="1">
                <a:solidFill>
                  <a:schemeClr val="tx1">
                    <a:lumMod val="75000"/>
                    <a:lumOff val="25000"/>
                  </a:schemeClr>
                </a:solidFill>
                <a:latin typeface="Roboto" panose="02000000000000000000" pitchFamily="2" charset="0"/>
                <a:ea typeface="Roboto" panose="02000000000000000000" pitchFamily="2" charset="0"/>
              </a:rPr>
              <a:t>competition</a:t>
            </a:r>
            <a:r>
              <a:rPr lang="es-ES" sz="2000" dirty="0">
                <a:solidFill>
                  <a:schemeClr val="tx1">
                    <a:lumMod val="75000"/>
                    <a:lumOff val="25000"/>
                  </a:schemeClr>
                </a:solidFill>
                <a:latin typeface="Roboto" panose="02000000000000000000" pitchFamily="2" charset="0"/>
                <a:ea typeface="Roboto" panose="02000000000000000000" pitchFamily="2" charset="0"/>
              </a:rPr>
              <a:t> </a:t>
            </a:r>
          </a:p>
          <a:p>
            <a:pPr marL="342900" indent="-342900" algn="just">
              <a:lnSpc>
                <a:spcPct val="100000"/>
              </a:lnSpc>
              <a:spcBef>
                <a:spcPts val="0"/>
              </a:spcBef>
              <a:buAutoNum type="arabicPeriod"/>
            </a:pPr>
            <a:r>
              <a:rPr lang="es-ES" sz="2000" dirty="0" err="1">
                <a:solidFill>
                  <a:schemeClr val="tx1">
                    <a:lumMod val="75000"/>
                    <a:lumOff val="25000"/>
                  </a:schemeClr>
                </a:solidFill>
                <a:latin typeface="Roboto" panose="02000000000000000000" pitchFamily="2" charset="0"/>
                <a:ea typeface="Roboto" panose="02000000000000000000" pitchFamily="2" charset="0"/>
              </a:rPr>
              <a:t>Why</a:t>
            </a:r>
            <a:r>
              <a:rPr lang="es-ES" sz="2000" dirty="0">
                <a:solidFill>
                  <a:schemeClr val="tx1">
                    <a:lumMod val="75000"/>
                    <a:lumOff val="25000"/>
                  </a:schemeClr>
                </a:solidFill>
                <a:latin typeface="Roboto" panose="02000000000000000000" pitchFamily="2" charset="0"/>
                <a:ea typeface="Roboto" panose="02000000000000000000" pitchFamily="2" charset="0"/>
              </a:rPr>
              <a:t> </a:t>
            </a:r>
            <a:r>
              <a:rPr lang="es-ES" sz="2000" dirty="0" err="1">
                <a:solidFill>
                  <a:schemeClr val="tx1">
                    <a:lumMod val="75000"/>
                    <a:lumOff val="25000"/>
                  </a:schemeClr>
                </a:solidFill>
                <a:latin typeface="Roboto" panose="02000000000000000000" pitchFamily="2" charset="0"/>
                <a:ea typeface="Roboto" panose="02000000000000000000" pitchFamily="2" charset="0"/>
              </a:rPr>
              <a:t>should</a:t>
            </a:r>
            <a:r>
              <a:rPr lang="es-ES" sz="2000" dirty="0">
                <a:solidFill>
                  <a:schemeClr val="tx1">
                    <a:lumMod val="75000"/>
                    <a:lumOff val="25000"/>
                  </a:schemeClr>
                </a:solidFill>
                <a:latin typeface="Roboto" panose="02000000000000000000" pitchFamily="2" charset="0"/>
                <a:ea typeface="Roboto" panose="02000000000000000000" pitchFamily="2" charset="0"/>
              </a:rPr>
              <a:t> I </a:t>
            </a:r>
            <a:r>
              <a:rPr lang="es-ES" sz="2000" dirty="0" err="1">
                <a:solidFill>
                  <a:schemeClr val="tx1">
                    <a:lumMod val="75000"/>
                    <a:lumOff val="25000"/>
                  </a:schemeClr>
                </a:solidFill>
                <a:latin typeface="Roboto" panose="02000000000000000000" pitchFamily="2" charset="0"/>
                <a:ea typeface="Roboto" panose="02000000000000000000" pitchFamily="2" charset="0"/>
              </a:rPr>
              <a:t>participate</a:t>
            </a:r>
            <a:r>
              <a:rPr lang="es-ES" sz="2000" dirty="0">
                <a:solidFill>
                  <a:schemeClr val="tx1">
                    <a:lumMod val="75000"/>
                    <a:lumOff val="25000"/>
                  </a:schemeClr>
                </a:solidFill>
                <a:latin typeface="Roboto" panose="02000000000000000000" pitchFamily="2" charset="0"/>
                <a:ea typeface="Roboto" panose="02000000000000000000" pitchFamily="2" charset="0"/>
              </a:rPr>
              <a:t>?  </a:t>
            </a:r>
          </a:p>
          <a:p>
            <a:pPr marL="342900" indent="-342900" algn="just">
              <a:lnSpc>
                <a:spcPct val="100000"/>
              </a:lnSpc>
              <a:spcBef>
                <a:spcPts val="0"/>
              </a:spcBef>
              <a:buAutoNum type="arabicPeriod"/>
            </a:pPr>
            <a:r>
              <a:rPr lang="es-ES" sz="2000" dirty="0" err="1">
                <a:solidFill>
                  <a:schemeClr val="tx1">
                    <a:lumMod val="75000"/>
                    <a:lumOff val="25000"/>
                  </a:schemeClr>
                </a:solidFill>
                <a:latin typeface="Roboto" panose="02000000000000000000" pitchFamily="2" charset="0"/>
                <a:ea typeface="Roboto" panose="02000000000000000000" pitchFamily="2" charset="0"/>
              </a:rPr>
              <a:t>Team</a:t>
            </a:r>
            <a:endParaRPr lang="es-ES" sz="2000" dirty="0">
              <a:solidFill>
                <a:schemeClr val="tx1">
                  <a:lumMod val="75000"/>
                  <a:lumOff val="25000"/>
                </a:schemeClr>
              </a:solidFill>
              <a:latin typeface="Roboto" panose="02000000000000000000" pitchFamily="2" charset="0"/>
              <a:ea typeface="Roboto" panose="02000000000000000000" pitchFamily="2" charset="0"/>
            </a:endParaRPr>
          </a:p>
          <a:p>
            <a:pPr marL="342900" indent="-342900" algn="just">
              <a:lnSpc>
                <a:spcPct val="100000"/>
              </a:lnSpc>
              <a:spcBef>
                <a:spcPts val="0"/>
              </a:spcBef>
              <a:buAutoNum type="arabicPeriod"/>
            </a:pPr>
            <a:r>
              <a:rPr lang="es-ES" sz="2000" dirty="0">
                <a:solidFill>
                  <a:schemeClr val="tx1">
                    <a:lumMod val="75000"/>
                    <a:lumOff val="25000"/>
                  </a:schemeClr>
                </a:solidFill>
                <a:latin typeface="Roboto" panose="02000000000000000000" pitchFamily="2" charset="0"/>
                <a:ea typeface="Roboto" panose="02000000000000000000" pitchFamily="2" charset="0"/>
              </a:rPr>
              <a:t>Calendar</a:t>
            </a:r>
          </a:p>
        </p:txBody>
      </p:sp>
      <p:pic>
        <p:nvPicPr>
          <p:cNvPr id="8" name="Imagen 7" descr="Imagen que contiene Logotipo&#10;&#10;Descripción generada automáticamente">
            <a:extLst>
              <a:ext uri="{FF2B5EF4-FFF2-40B4-BE49-F238E27FC236}">
                <a16:creationId xmlns:a16="http://schemas.microsoft.com/office/drawing/2014/main" id="{FE2BDB76-BDFA-3CB1-3931-2BF1BA05CF6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66244" y="-218366"/>
            <a:ext cx="3625756" cy="1453353"/>
          </a:xfrm>
          <a:prstGeom prst="rect">
            <a:avLst/>
          </a:prstGeom>
        </p:spPr>
      </p:pic>
    </p:spTree>
    <p:extLst>
      <p:ext uri="{BB962C8B-B14F-4D97-AF65-F5344CB8AC3E}">
        <p14:creationId xmlns:p14="http://schemas.microsoft.com/office/powerpoint/2010/main" val="3691580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Una mujer sonriendo&#10;&#10;Descripción generada automáticamente">
            <a:extLst>
              <a:ext uri="{FF2B5EF4-FFF2-40B4-BE49-F238E27FC236}">
                <a16:creationId xmlns:a16="http://schemas.microsoft.com/office/drawing/2014/main" id="{9F2EC22A-48A5-49E8-9E4E-84951C2D0F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2" name="Rectángulo 21">
            <a:extLst>
              <a:ext uri="{FF2B5EF4-FFF2-40B4-BE49-F238E27FC236}">
                <a16:creationId xmlns:a16="http://schemas.microsoft.com/office/drawing/2014/main" id="{88BF88E9-897D-450B-B07B-DCA42846215E}"/>
              </a:ext>
            </a:extLst>
          </p:cNvPr>
          <p:cNvSpPr/>
          <p:nvPr/>
        </p:nvSpPr>
        <p:spPr>
          <a:xfrm>
            <a:off x="1" y="0"/>
            <a:ext cx="12191999" cy="6858000"/>
          </a:xfrm>
          <a:prstGeom prst="rect">
            <a:avLst/>
          </a:prstGeom>
          <a:solidFill>
            <a:srgbClr val="0F1C5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394" rtl="0" eaLnBrk="1" fontAlgn="auto" latinLnBrk="0" hangingPunct="1">
              <a:lnSpc>
                <a:spcPct val="100000"/>
              </a:lnSpc>
              <a:spcBef>
                <a:spcPts val="0"/>
              </a:spcBef>
              <a:spcAft>
                <a:spcPts val="0"/>
              </a:spcAft>
              <a:buClrTx/>
              <a:buSzTx/>
              <a:buFontTx/>
              <a:buNone/>
              <a:tabLst/>
              <a:defRPr/>
            </a:pPr>
            <a:endParaRPr kumimoji="0" lang="es-ES" sz="1067" b="0" i="0" u="none" strike="noStrike" kern="1200" cap="none" spc="0" normalizeH="0" baseline="0" noProof="0">
              <a:ln>
                <a:noFill/>
              </a:ln>
              <a:solidFill>
                <a:prstClr val="white"/>
              </a:solidFill>
              <a:effectLst/>
              <a:uLnTx/>
              <a:uFillTx/>
              <a:latin typeface="Calibri"/>
              <a:ea typeface="+mn-ea"/>
              <a:cs typeface="+mn-cs"/>
            </a:endParaRPr>
          </a:p>
        </p:txBody>
      </p:sp>
      <p:pic>
        <p:nvPicPr>
          <p:cNvPr id="23" name="Imagen 22" descr="Imagen que contiene Logotipo&#10;&#10;Descripción generada automáticamente">
            <a:extLst>
              <a:ext uri="{FF2B5EF4-FFF2-40B4-BE49-F238E27FC236}">
                <a16:creationId xmlns:a16="http://schemas.microsoft.com/office/drawing/2014/main" id="{7ACA9B23-9CAD-4E4E-B668-8A05F0731E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4089" y="-147142"/>
            <a:ext cx="3769209" cy="1510855"/>
          </a:xfrm>
          <a:prstGeom prst="rect">
            <a:avLst/>
          </a:prstGeom>
        </p:spPr>
      </p:pic>
      <p:sp>
        <p:nvSpPr>
          <p:cNvPr id="27" name="CuadroTexto 26">
            <a:extLst>
              <a:ext uri="{FF2B5EF4-FFF2-40B4-BE49-F238E27FC236}">
                <a16:creationId xmlns:a16="http://schemas.microsoft.com/office/drawing/2014/main" id="{BE436436-01B2-4AA7-B09D-B3F3D80D7227}"/>
              </a:ext>
            </a:extLst>
          </p:cNvPr>
          <p:cNvSpPr txBox="1"/>
          <p:nvPr/>
        </p:nvSpPr>
        <p:spPr>
          <a:xfrm>
            <a:off x="581063" y="1380208"/>
            <a:ext cx="8906472" cy="307777"/>
          </a:xfrm>
          <a:prstGeom prst="rect">
            <a:avLst/>
          </a:prstGeom>
          <a:noFill/>
        </p:spPr>
        <p:txBody>
          <a:bodyPr wrap="square">
            <a:spAutoFit/>
          </a:bodyPr>
          <a:lstStyle/>
          <a:p>
            <a:pPr marL="12700" marR="5080" lvl="0" indent="-635" algn="just" defTabSz="554394"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Roboto" panose="02000000000000000000" pitchFamily="2" charset="0"/>
                <a:ea typeface="Roboto" panose="02000000000000000000" pitchFamily="2" charset="0"/>
                <a:cs typeface="Arial" panose="020B0604020202020204" pitchFamily="34" charset="0"/>
              </a:rPr>
              <a:t>Objective: to put technology at the service of society</a:t>
            </a:r>
            <a:r>
              <a:rPr kumimoji="0" lang="es-ES" sz="1400" b="0" i="0" u="none" strike="noStrike" kern="1200" cap="none" spc="0" normalizeH="0" baseline="0" noProof="0" dirty="0">
                <a:ln>
                  <a:noFill/>
                </a:ln>
                <a:solidFill>
                  <a:prstClr val="white"/>
                </a:solidFill>
                <a:effectLst/>
                <a:uLnTx/>
                <a:uFillTx/>
                <a:latin typeface="Roboto" panose="02000000000000000000" pitchFamily="2" charset="0"/>
                <a:ea typeface="Roboto" panose="02000000000000000000" pitchFamily="2" charset="0"/>
                <a:cs typeface="Arial" panose="020B0604020202020204" pitchFamily="34" charset="0"/>
              </a:rPr>
              <a:t>.</a:t>
            </a:r>
            <a:endParaRPr kumimoji="0" lang="es-ES" sz="1400" b="1" i="0" u="none" strike="noStrike" kern="1200" cap="none" spc="0" normalizeH="0" baseline="0" noProof="0" dirty="0">
              <a:ln>
                <a:noFill/>
              </a:ln>
              <a:solidFill>
                <a:prstClr val="white"/>
              </a:solidFill>
              <a:effectLst/>
              <a:highlight>
                <a:srgbClr val="0F1C50"/>
              </a:highlight>
              <a:uLnTx/>
              <a:uFillTx/>
              <a:latin typeface="Roboto" panose="02000000000000000000" pitchFamily="2" charset="0"/>
              <a:ea typeface="Roboto" panose="02000000000000000000" pitchFamily="2" charset="0"/>
              <a:cs typeface="Arial" panose="020B0604020202020204" pitchFamily="34" charset="0"/>
            </a:endParaRPr>
          </a:p>
        </p:txBody>
      </p:sp>
      <p:sp>
        <p:nvSpPr>
          <p:cNvPr id="2" name="Rectángulo 1">
            <a:extLst>
              <a:ext uri="{FF2B5EF4-FFF2-40B4-BE49-F238E27FC236}">
                <a16:creationId xmlns:a16="http://schemas.microsoft.com/office/drawing/2014/main" id="{63663AA7-9D98-7B5D-B032-F746FA56C406}"/>
              </a:ext>
            </a:extLst>
          </p:cNvPr>
          <p:cNvSpPr/>
          <p:nvPr/>
        </p:nvSpPr>
        <p:spPr>
          <a:xfrm>
            <a:off x="553767" y="1003777"/>
            <a:ext cx="2545092" cy="53227"/>
          </a:xfrm>
          <a:prstGeom prst="rect">
            <a:avLst/>
          </a:prstGeom>
          <a:solidFill>
            <a:srgbClr val="EBA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highlight>
                <a:srgbClr val="FFFFFF"/>
              </a:highlight>
              <a:uLnTx/>
              <a:uFillTx/>
              <a:latin typeface="Calibri"/>
              <a:ea typeface="+mn-ea"/>
              <a:cs typeface="+mn-cs"/>
            </a:endParaRPr>
          </a:p>
        </p:txBody>
      </p:sp>
      <p:sp>
        <p:nvSpPr>
          <p:cNvPr id="4" name="object 17">
            <a:extLst>
              <a:ext uri="{FF2B5EF4-FFF2-40B4-BE49-F238E27FC236}">
                <a16:creationId xmlns:a16="http://schemas.microsoft.com/office/drawing/2014/main" id="{11CFBA41-5371-E38B-2889-8BE9E32C81DB}"/>
              </a:ext>
            </a:extLst>
          </p:cNvPr>
          <p:cNvSpPr txBox="1">
            <a:spLocks/>
          </p:cNvSpPr>
          <p:nvPr/>
        </p:nvSpPr>
        <p:spPr>
          <a:xfrm>
            <a:off x="563592" y="575562"/>
            <a:ext cx="7120576" cy="382156"/>
          </a:xfrm>
          <a:prstGeom prst="rect">
            <a:avLst/>
          </a:prstGeom>
        </p:spPr>
        <p:txBody>
          <a:bodyPr vert="horz" wrap="square" lIns="0" tIns="12700"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15" normalizeH="0" baseline="0" noProof="0" dirty="0">
                <a:ln>
                  <a:noFill/>
                </a:ln>
                <a:solidFill>
                  <a:prstClr val="white"/>
                </a:solidFill>
                <a:effectLst/>
                <a:uLnTx/>
                <a:uFillTx/>
                <a:latin typeface="Roboto Black"/>
                <a:ea typeface="+mj-ea"/>
                <a:cs typeface="+mj-cs"/>
              </a:rPr>
              <a:t>NTT DATA FOUNDATION: 23 </a:t>
            </a:r>
            <a:r>
              <a:rPr kumimoji="0" lang="es-ES" sz="2400" b="1" i="0" u="none" strike="noStrike" kern="1200" cap="none" spc="-15" normalizeH="0" baseline="0" noProof="0" dirty="0" err="1">
                <a:ln>
                  <a:noFill/>
                </a:ln>
                <a:solidFill>
                  <a:prstClr val="white"/>
                </a:solidFill>
                <a:effectLst/>
                <a:uLnTx/>
                <a:uFillTx/>
                <a:latin typeface="Roboto Black"/>
                <a:ea typeface="+mj-ea"/>
                <a:cs typeface="+mj-cs"/>
              </a:rPr>
              <a:t>years</a:t>
            </a:r>
            <a:r>
              <a:rPr kumimoji="0" lang="es-ES" sz="2400" b="1" i="0" u="none" strike="noStrike" kern="1200" cap="none" spc="-15" normalizeH="0" baseline="0" noProof="0" dirty="0">
                <a:ln>
                  <a:noFill/>
                </a:ln>
                <a:solidFill>
                  <a:prstClr val="white"/>
                </a:solidFill>
                <a:effectLst/>
                <a:uLnTx/>
                <a:uFillTx/>
                <a:latin typeface="Roboto Black"/>
                <a:ea typeface="+mj-ea"/>
                <a:cs typeface="+mj-cs"/>
              </a:rPr>
              <a:t> </a:t>
            </a:r>
            <a:r>
              <a:rPr kumimoji="0" lang="es-ES" sz="2400" b="1" i="0" u="none" strike="noStrike" kern="1200" cap="none" spc="-15" normalizeH="0" baseline="0" noProof="0" dirty="0" err="1">
                <a:ln>
                  <a:noFill/>
                </a:ln>
                <a:solidFill>
                  <a:prstClr val="white"/>
                </a:solidFill>
                <a:effectLst/>
                <a:uLnTx/>
                <a:uFillTx/>
                <a:latin typeface="Roboto Black"/>
                <a:ea typeface="+mj-ea"/>
                <a:cs typeface="+mj-cs"/>
              </a:rPr>
              <a:t>of</a:t>
            </a:r>
            <a:r>
              <a:rPr kumimoji="0" lang="es-ES" sz="2400" b="1" i="0" u="none" strike="noStrike" kern="1200" cap="none" spc="-15" normalizeH="0" baseline="0" noProof="0" dirty="0">
                <a:ln>
                  <a:noFill/>
                </a:ln>
                <a:solidFill>
                  <a:prstClr val="white"/>
                </a:solidFill>
                <a:effectLst/>
                <a:uLnTx/>
                <a:uFillTx/>
                <a:latin typeface="Roboto Black"/>
                <a:ea typeface="+mj-ea"/>
                <a:cs typeface="+mj-cs"/>
              </a:rPr>
              <a:t> </a:t>
            </a:r>
            <a:r>
              <a:rPr kumimoji="0" lang="es-ES" sz="2400" b="1" i="0" u="none" strike="noStrike" kern="1200" cap="none" spc="-15" normalizeH="0" baseline="0" noProof="0" dirty="0" err="1">
                <a:ln>
                  <a:noFill/>
                </a:ln>
                <a:solidFill>
                  <a:prstClr val="white"/>
                </a:solidFill>
                <a:effectLst/>
                <a:uLnTx/>
                <a:uFillTx/>
                <a:latin typeface="Roboto Black"/>
                <a:ea typeface="+mj-ea"/>
                <a:cs typeface="+mj-cs"/>
              </a:rPr>
              <a:t>history</a:t>
            </a:r>
            <a:endParaRPr kumimoji="0" lang="en-US" sz="2400" b="1" i="0" u="none" strike="noStrike" kern="1200" cap="none" spc="-15" normalizeH="0" baseline="0" noProof="0" dirty="0">
              <a:ln>
                <a:noFill/>
              </a:ln>
              <a:solidFill>
                <a:prstClr val="white"/>
              </a:solidFill>
              <a:effectLst/>
              <a:uLnTx/>
              <a:uFillTx/>
              <a:latin typeface="Roboto Black"/>
              <a:ea typeface="+mj-ea"/>
              <a:cs typeface="+mj-cs"/>
            </a:endParaRPr>
          </a:p>
        </p:txBody>
      </p:sp>
      <p:pic>
        <p:nvPicPr>
          <p:cNvPr id="5" name="Gráfico 4">
            <a:extLst>
              <a:ext uri="{FF2B5EF4-FFF2-40B4-BE49-F238E27FC236}">
                <a16:creationId xmlns:a16="http://schemas.microsoft.com/office/drawing/2014/main" id="{795EABE0-3F5A-A08F-27B5-37371DA288E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727252" y="5056669"/>
            <a:ext cx="2762814" cy="1541092"/>
          </a:xfrm>
          <a:prstGeom prst="rect">
            <a:avLst/>
          </a:prstGeom>
        </p:spPr>
      </p:pic>
      <p:sp>
        <p:nvSpPr>
          <p:cNvPr id="6" name="object 11">
            <a:extLst>
              <a:ext uri="{FF2B5EF4-FFF2-40B4-BE49-F238E27FC236}">
                <a16:creationId xmlns:a16="http://schemas.microsoft.com/office/drawing/2014/main" id="{62AE88FA-1396-7AC5-EA52-FDDD8D7F4592}"/>
              </a:ext>
            </a:extLst>
          </p:cNvPr>
          <p:cNvSpPr txBox="1"/>
          <p:nvPr/>
        </p:nvSpPr>
        <p:spPr>
          <a:xfrm>
            <a:off x="2374286" y="6171252"/>
            <a:ext cx="1239291" cy="299440"/>
          </a:xfrm>
          <a:prstGeom prst="rect">
            <a:avLst/>
          </a:prstGeom>
        </p:spPr>
        <p:txBody>
          <a:bodyPr vert="horz" wrap="square" lIns="0" tIns="14604" rIns="0" bIns="0" rtlCol="0">
            <a:spAutoFit/>
          </a:bodyPr>
          <a:lstStyle/>
          <a:p>
            <a:pPr marL="12700" marR="0" lvl="0" indent="0" algn="l" defTabSz="914400" rtl="0" eaLnBrk="1" fontAlgn="auto" latinLnBrk="0" hangingPunct="1">
              <a:lnSpc>
                <a:spcPct val="100000"/>
              </a:lnSpc>
              <a:spcBef>
                <a:spcPts val="114"/>
              </a:spcBef>
              <a:spcAft>
                <a:spcPts val="0"/>
              </a:spcAft>
              <a:buClrTx/>
              <a:buSzTx/>
              <a:buFontTx/>
              <a:buNone/>
              <a:tabLst/>
              <a:defRPr/>
            </a:pPr>
            <a:r>
              <a:rPr lang="es-ES" sz="1850" spc="-20" dirty="0">
                <a:solidFill>
                  <a:prstClr val="white"/>
                </a:solidFill>
                <a:latin typeface="Roboto Medium"/>
                <a:cs typeface="Roboto Medium"/>
              </a:rPr>
              <a:t>C</a:t>
            </a:r>
            <a:r>
              <a:rPr kumimoji="0" lang="es-ES" sz="1850" b="0" i="0" u="none" strike="noStrike" kern="1200" cap="none" spc="-20" normalizeH="0" baseline="0" noProof="0" dirty="0" err="1">
                <a:ln>
                  <a:noFill/>
                </a:ln>
                <a:solidFill>
                  <a:prstClr val="white"/>
                </a:solidFill>
                <a:effectLst/>
                <a:uLnTx/>
                <a:uFillTx/>
                <a:latin typeface="Roboto Medium"/>
                <a:ea typeface="+mn-ea"/>
                <a:cs typeface="Roboto Medium"/>
              </a:rPr>
              <a:t>ountries</a:t>
            </a:r>
            <a:r>
              <a:rPr kumimoji="0" lang="es-ES" sz="1850" b="0" i="0" u="none" strike="noStrike" kern="1200" cap="none" spc="-20" normalizeH="0" baseline="0" noProof="0" dirty="0">
                <a:ln>
                  <a:noFill/>
                </a:ln>
                <a:solidFill>
                  <a:prstClr val="white"/>
                </a:solidFill>
                <a:effectLst/>
                <a:uLnTx/>
                <a:uFillTx/>
                <a:latin typeface="Roboto Medium"/>
                <a:ea typeface="+mn-ea"/>
                <a:cs typeface="Roboto Medium"/>
              </a:rPr>
              <a:t>*</a:t>
            </a:r>
            <a:endParaRPr kumimoji="0" sz="1850" b="0" i="0" u="none" strike="noStrike" kern="1200" cap="none" spc="0" normalizeH="0" baseline="0" noProof="0" dirty="0">
              <a:ln>
                <a:noFill/>
              </a:ln>
              <a:solidFill>
                <a:prstClr val="white"/>
              </a:solidFill>
              <a:effectLst/>
              <a:uLnTx/>
              <a:uFillTx/>
              <a:latin typeface="Roboto Medium"/>
              <a:ea typeface="+mn-ea"/>
              <a:cs typeface="Roboto Medium"/>
            </a:endParaRPr>
          </a:p>
        </p:txBody>
      </p:sp>
      <p:sp>
        <p:nvSpPr>
          <p:cNvPr id="7" name="object 12">
            <a:extLst>
              <a:ext uri="{FF2B5EF4-FFF2-40B4-BE49-F238E27FC236}">
                <a16:creationId xmlns:a16="http://schemas.microsoft.com/office/drawing/2014/main" id="{0F93E0B0-C8CA-6507-450D-810EEDB4770E}"/>
              </a:ext>
            </a:extLst>
          </p:cNvPr>
          <p:cNvSpPr txBox="1"/>
          <p:nvPr/>
        </p:nvSpPr>
        <p:spPr>
          <a:xfrm>
            <a:off x="3770392" y="6176136"/>
            <a:ext cx="927981" cy="309880"/>
          </a:xfrm>
          <a:prstGeom prst="rect">
            <a:avLst/>
          </a:prstGeom>
        </p:spPr>
        <p:txBody>
          <a:bodyPr vert="horz" wrap="square" lIns="0" tIns="14604" rIns="0" bIns="0" rtlCol="0">
            <a:spAutoFit/>
          </a:bodyPr>
          <a:lstStyle/>
          <a:p>
            <a:pPr marL="12700" marR="0" lvl="0" indent="0" algn="l" defTabSz="914400" rtl="0" eaLnBrk="1" fontAlgn="auto" latinLnBrk="0" hangingPunct="1">
              <a:lnSpc>
                <a:spcPct val="100000"/>
              </a:lnSpc>
              <a:spcBef>
                <a:spcPts val="114"/>
              </a:spcBef>
              <a:spcAft>
                <a:spcPts val="0"/>
              </a:spcAft>
              <a:buClrTx/>
              <a:buSzTx/>
              <a:buFontTx/>
              <a:buNone/>
              <a:tabLst/>
              <a:defRPr/>
            </a:pPr>
            <a:r>
              <a:rPr kumimoji="0" lang="es-ES" sz="1850" b="0" i="0" u="none" strike="noStrike" kern="1200" cap="none" spc="0" normalizeH="0" baseline="0" noProof="0" dirty="0" err="1">
                <a:ln>
                  <a:noFill/>
                </a:ln>
                <a:solidFill>
                  <a:prstClr val="white"/>
                </a:solidFill>
                <a:effectLst/>
                <a:uLnTx/>
                <a:uFillTx/>
                <a:latin typeface="Roboto Medium"/>
                <a:ea typeface="+mn-ea"/>
                <a:cs typeface="Roboto Medium"/>
              </a:rPr>
              <a:t>Offices</a:t>
            </a:r>
            <a:endParaRPr kumimoji="0" sz="1850" b="0" i="0" u="none" strike="noStrike" kern="1200" cap="none" spc="0" normalizeH="0" baseline="0" noProof="0" dirty="0">
              <a:ln>
                <a:noFill/>
              </a:ln>
              <a:solidFill>
                <a:prstClr val="white"/>
              </a:solidFill>
              <a:effectLst/>
              <a:uLnTx/>
              <a:uFillTx/>
              <a:latin typeface="Roboto Medium"/>
              <a:ea typeface="+mn-ea"/>
              <a:cs typeface="Roboto Medium"/>
            </a:endParaRPr>
          </a:p>
        </p:txBody>
      </p:sp>
      <p:sp>
        <p:nvSpPr>
          <p:cNvPr id="9" name="object 13">
            <a:extLst>
              <a:ext uri="{FF2B5EF4-FFF2-40B4-BE49-F238E27FC236}">
                <a16:creationId xmlns:a16="http://schemas.microsoft.com/office/drawing/2014/main" id="{586C813F-44FD-F5AA-1CF4-EF7B8867402C}"/>
              </a:ext>
            </a:extLst>
          </p:cNvPr>
          <p:cNvSpPr txBox="1"/>
          <p:nvPr/>
        </p:nvSpPr>
        <p:spPr>
          <a:xfrm>
            <a:off x="5214348" y="6206728"/>
            <a:ext cx="2148807" cy="841896"/>
          </a:xfrm>
          <a:prstGeom prst="rect">
            <a:avLst/>
          </a:prstGeom>
        </p:spPr>
        <p:txBody>
          <a:bodyPr vert="horz" wrap="square" lIns="0" tIns="14604" rIns="0" bIns="0" rtlCol="0">
            <a:spAutoFit/>
          </a:bodyPr>
          <a:lstStyle/>
          <a:p>
            <a:pPr marL="12700" marR="0" lvl="0" indent="0" algn="ctr" defTabSz="914400" rtl="0" eaLnBrk="1" fontAlgn="auto" latinLnBrk="0" hangingPunct="1">
              <a:lnSpc>
                <a:spcPts val="2180"/>
              </a:lnSpc>
              <a:spcBef>
                <a:spcPts val="114"/>
              </a:spcBef>
              <a:spcAft>
                <a:spcPts val="0"/>
              </a:spcAft>
              <a:buClrTx/>
              <a:buSzTx/>
              <a:buFontTx/>
              <a:buNone/>
              <a:tabLst/>
              <a:defRPr/>
            </a:pPr>
            <a:r>
              <a:rPr lang="es-ES" sz="1850" spc="5" dirty="0" err="1">
                <a:solidFill>
                  <a:prstClr val="white"/>
                </a:solidFill>
                <a:latin typeface="Roboto Medium"/>
                <a:cs typeface="Roboto Medium"/>
              </a:rPr>
              <a:t>Volunteers</a:t>
            </a:r>
            <a:endParaRPr lang="es-ES" sz="1850" spc="5" dirty="0">
              <a:solidFill>
                <a:prstClr val="white"/>
              </a:solidFill>
              <a:latin typeface="Roboto Medium"/>
              <a:cs typeface="Roboto Medium"/>
            </a:endParaRPr>
          </a:p>
          <a:p>
            <a:pPr marL="12700" marR="0" lvl="0" indent="0" algn="ctr" defTabSz="914400" rtl="0" eaLnBrk="1" fontAlgn="auto" latinLnBrk="0" hangingPunct="1">
              <a:lnSpc>
                <a:spcPts val="2180"/>
              </a:lnSpc>
              <a:spcBef>
                <a:spcPts val="114"/>
              </a:spcBef>
              <a:spcAft>
                <a:spcPts val="0"/>
              </a:spcAft>
              <a:buClrTx/>
              <a:buSzTx/>
              <a:buFontTx/>
              <a:buNone/>
              <a:tabLst/>
              <a:defRPr/>
            </a:pPr>
            <a:r>
              <a:rPr lang="es-ES" sz="1850" spc="5" dirty="0">
                <a:solidFill>
                  <a:prstClr val="white"/>
                </a:solidFill>
                <a:latin typeface="Roboto Medium"/>
                <a:cs typeface="Roboto Medium"/>
              </a:rPr>
              <a:t>(NTT </a:t>
            </a:r>
            <a:r>
              <a:rPr lang="es-ES" sz="1850" spc="5" dirty="0" err="1">
                <a:solidFill>
                  <a:prstClr val="white"/>
                </a:solidFill>
                <a:latin typeface="Roboto Medium"/>
                <a:cs typeface="Roboto Medium"/>
              </a:rPr>
              <a:t>professionals</a:t>
            </a:r>
            <a:r>
              <a:rPr lang="es-ES" sz="1850" spc="5" dirty="0">
                <a:solidFill>
                  <a:prstClr val="white"/>
                </a:solidFill>
                <a:latin typeface="Roboto Medium"/>
                <a:cs typeface="Roboto Medium"/>
              </a:rPr>
              <a:t>)</a:t>
            </a:r>
            <a:r>
              <a:rPr kumimoji="0" lang="es-ES" sz="1200" b="0" i="0" u="none" strike="noStrike" kern="1200" cap="none" spc="-15" normalizeH="0" baseline="0" noProof="0" dirty="0">
                <a:ln>
                  <a:noFill/>
                </a:ln>
                <a:solidFill>
                  <a:prstClr val="white"/>
                </a:solidFill>
                <a:effectLst/>
                <a:uLnTx/>
                <a:uFillTx/>
                <a:latin typeface="Roboto Medium"/>
                <a:ea typeface="+mn-ea"/>
                <a:cs typeface="Roboto Medium"/>
              </a:rPr>
              <a:t> </a:t>
            </a:r>
            <a:r>
              <a:rPr kumimoji="0" sz="1200" b="0" i="0" u="none" strike="noStrike" kern="1200" cap="none" spc="-15" normalizeH="0" baseline="0" noProof="0" dirty="0">
                <a:ln>
                  <a:noFill/>
                </a:ln>
                <a:solidFill>
                  <a:prstClr val="white"/>
                </a:solidFill>
                <a:effectLst/>
                <a:uLnTx/>
                <a:uFillTx/>
                <a:latin typeface="Roboto Medium"/>
                <a:ea typeface="+mn-ea"/>
                <a:cs typeface="Roboto Medium"/>
              </a:rPr>
              <a:t>NTT </a:t>
            </a:r>
            <a:r>
              <a:rPr kumimoji="0" sz="1200" b="0" i="0" u="none" strike="noStrike" kern="1200" cap="none" spc="-35" normalizeH="0" baseline="0" noProof="0" dirty="0">
                <a:ln>
                  <a:noFill/>
                </a:ln>
                <a:solidFill>
                  <a:prstClr val="white"/>
                </a:solidFill>
                <a:effectLst/>
                <a:uLnTx/>
                <a:uFillTx/>
                <a:latin typeface="Roboto Medium"/>
                <a:ea typeface="+mn-ea"/>
                <a:cs typeface="Roboto Medium"/>
              </a:rPr>
              <a:t>DATA</a:t>
            </a:r>
            <a:r>
              <a:rPr kumimoji="0" sz="1200" b="0" i="0" u="none" strike="noStrike" kern="1200" cap="none" spc="0" normalizeH="0" baseline="0" noProof="0" dirty="0">
                <a:ln>
                  <a:noFill/>
                </a:ln>
                <a:solidFill>
                  <a:prstClr val="white"/>
                </a:solidFill>
                <a:effectLst/>
                <a:uLnTx/>
                <a:uFillTx/>
                <a:latin typeface="Roboto Medium"/>
                <a:ea typeface="+mn-ea"/>
                <a:cs typeface="Roboto Medium"/>
              </a:rPr>
              <a:t>)</a:t>
            </a:r>
            <a:endParaRPr kumimoji="0" sz="1400" b="0" i="0" u="none" strike="noStrike" kern="1200" cap="none" spc="0" normalizeH="0" baseline="0" noProof="0" dirty="0">
              <a:ln>
                <a:noFill/>
              </a:ln>
              <a:solidFill>
                <a:prstClr val="white"/>
              </a:solidFill>
              <a:effectLst/>
              <a:uLnTx/>
              <a:uFillTx/>
              <a:latin typeface="Roboto Medium"/>
              <a:ea typeface="+mn-ea"/>
              <a:cs typeface="Roboto Medium"/>
            </a:endParaRPr>
          </a:p>
        </p:txBody>
      </p:sp>
      <p:sp>
        <p:nvSpPr>
          <p:cNvPr id="10" name="object 15">
            <a:extLst>
              <a:ext uri="{FF2B5EF4-FFF2-40B4-BE49-F238E27FC236}">
                <a16:creationId xmlns:a16="http://schemas.microsoft.com/office/drawing/2014/main" id="{5C017565-FA87-5057-30F8-0D4D03F7AD81}"/>
              </a:ext>
            </a:extLst>
          </p:cNvPr>
          <p:cNvSpPr txBox="1"/>
          <p:nvPr/>
        </p:nvSpPr>
        <p:spPr>
          <a:xfrm>
            <a:off x="2393315" y="5409099"/>
            <a:ext cx="5109784" cy="755335"/>
          </a:xfrm>
          <a:prstGeom prst="rect">
            <a:avLst/>
          </a:prstGeom>
        </p:spPr>
        <p:txBody>
          <a:bodyPr vert="horz" wrap="square" lIns="0" tIns="16510" rIns="0" bIns="0" rtlCol="0">
            <a:spAutoFit/>
          </a:bodyPr>
          <a:lstStyle/>
          <a:p>
            <a:pPr marL="12700" marR="0" lvl="0" indent="0" algn="l" defTabSz="914400" rtl="0" eaLnBrk="1" fontAlgn="auto" latinLnBrk="0" hangingPunct="1">
              <a:lnSpc>
                <a:spcPct val="100000"/>
              </a:lnSpc>
              <a:spcBef>
                <a:spcPts val="130"/>
              </a:spcBef>
              <a:spcAft>
                <a:spcPts val="0"/>
              </a:spcAft>
              <a:buClrTx/>
              <a:buSzTx/>
              <a:buFontTx/>
              <a:buNone/>
              <a:tabLst>
                <a:tab pos="1421765" algn="l"/>
                <a:tab pos="2647950" algn="l"/>
                <a:tab pos="5014595" algn="l"/>
              </a:tabLst>
              <a:defRPr/>
            </a:pPr>
            <a:r>
              <a:rPr kumimoji="0" lang="es-ES" sz="4800" b="1" i="0" u="none" strike="noStrike" kern="1200" cap="none" spc="15" normalizeH="0" baseline="0" noProof="0" dirty="0">
                <a:ln>
                  <a:noFill/>
                </a:ln>
                <a:solidFill>
                  <a:prstClr val="white"/>
                </a:solidFill>
                <a:effectLst/>
                <a:uLnTx/>
                <a:uFillTx/>
                <a:latin typeface="Roboto Black"/>
                <a:ea typeface="+mn-ea"/>
                <a:cs typeface="Roboto Black"/>
              </a:rPr>
              <a:t>17     27    </a:t>
            </a:r>
            <a:r>
              <a:rPr kumimoji="0" lang="es-ES" sz="4800" b="1" i="0" u="none" strike="noStrike" kern="1200" cap="none" spc="10" normalizeH="0" baseline="0" noProof="0" dirty="0">
                <a:ln>
                  <a:noFill/>
                </a:ln>
                <a:solidFill>
                  <a:prstClr val="white"/>
                </a:solidFill>
                <a:effectLst/>
                <a:uLnTx/>
                <a:uFillTx/>
                <a:latin typeface="Roboto Black"/>
                <a:ea typeface="+mn-ea"/>
                <a:cs typeface="Roboto Black"/>
              </a:rPr>
              <a:t>+3800   </a:t>
            </a:r>
            <a:endParaRPr kumimoji="0" lang="es-ES" sz="4800" b="0" i="0" u="none" strike="noStrike" kern="1200" cap="none" spc="0" normalizeH="0" baseline="0" noProof="0" dirty="0">
              <a:ln>
                <a:noFill/>
              </a:ln>
              <a:solidFill>
                <a:prstClr val="white"/>
              </a:solidFill>
              <a:effectLst/>
              <a:uLnTx/>
              <a:uFillTx/>
              <a:latin typeface="Roboto Black"/>
              <a:ea typeface="+mn-ea"/>
              <a:cs typeface="Roboto Black"/>
            </a:endParaRPr>
          </a:p>
        </p:txBody>
      </p:sp>
      <p:cxnSp>
        <p:nvCxnSpPr>
          <p:cNvPr id="11" name="Conector recto 10">
            <a:extLst>
              <a:ext uri="{FF2B5EF4-FFF2-40B4-BE49-F238E27FC236}">
                <a16:creationId xmlns:a16="http://schemas.microsoft.com/office/drawing/2014/main" id="{6C0CD6D5-EB95-7612-8CE5-EC357C236065}"/>
              </a:ext>
            </a:extLst>
          </p:cNvPr>
          <p:cNvCxnSpPr/>
          <p:nvPr/>
        </p:nvCxnSpPr>
        <p:spPr>
          <a:xfrm>
            <a:off x="3517772" y="5379873"/>
            <a:ext cx="0" cy="1178169"/>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03F2AEB3-A092-AC09-802C-94B10E7C504C}"/>
              </a:ext>
            </a:extLst>
          </p:cNvPr>
          <p:cNvCxnSpPr/>
          <p:nvPr/>
        </p:nvCxnSpPr>
        <p:spPr>
          <a:xfrm>
            <a:off x="5084931" y="5379873"/>
            <a:ext cx="0" cy="1178169"/>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54" name="CuadroTexto 53">
            <a:extLst>
              <a:ext uri="{FF2B5EF4-FFF2-40B4-BE49-F238E27FC236}">
                <a16:creationId xmlns:a16="http://schemas.microsoft.com/office/drawing/2014/main" id="{58B7830D-89A0-5B83-9634-D9381D13F60E}"/>
              </a:ext>
            </a:extLst>
          </p:cNvPr>
          <p:cNvSpPr txBox="1"/>
          <p:nvPr/>
        </p:nvSpPr>
        <p:spPr>
          <a:xfrm>
            <a:off x="8541667" y="6155152"/>
            <a:ext cx="3459879" cy="5078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white"/>
                </a:solidFill>
                <a:effectLst/>
                <a:uLnTx/>
                <a:uFillTx/>
                <a:latin typeface="Roboto" panose="02000000000000000000" pitchFamily="2" charset="0"/>
                <a:ea typeface="Roboto" panose="02000000000000000000" pitchFamily="2" charset="0"/>
                <a:cs typeface="Arial" panose="020B0604020202020204" pitchFamily="34" charset="0"/>
              </a:rPr>
              <a:t>*</a:t>
            </a:r>
            <a:r>
              <a:rPr kumimoji="0" lang="es-ES" sz="900" b="0" i="0" u="none" strike="noStrike" kern="1200" cap="none" spc="0" normalizeH="0" baseline="0" noProof="0" dirty="0" err="1">
                <a:ln>
                  <a:noFill/>
                </a:ln>
                <a:solidFill>
                  <a:prstClr val="white"/>
                </a:solidFill>
                <a:effectLst/>
                <a:uLnTx/>
                <a:uFillTx/>
                <a:latin typeface="Roboto" panose="02000000000000000000" pitchFamily="2" charset="0"/>
                <a:ea typeface="Roboto" panose="02000000000000000000" pitchFamily="2" charset="0"/>
                <a:cs typeface="Arial" panose="020B0604020202020204" pitchFamily="34" charset="0"/>
              </a:rPr>
              <a:t>Germany</a:t>
            </a:r>
            <a:r>
              <a:rPr kumimoji="0" lang="es-ES" sz="900" b="0" i="0" u="none" strike="noStrike" kern="1200" cap="none" spc="0" normalizeH="0" baseline="0" noProof="0" dirty="0">
                <a:ln>
                  <a:noFill/>
                </a:ln>
                <a:solidFill>
                  <a:prstClr val="white"/>
                </a:solidFill>
                <a:effectLst/>
                <a:uLnTx/>
                <a:uFillTx/>
                <a:latin typeface="Roboto" panose="02000000000000000000" pitchFamily="2" charset="0"/>
                <a:ea typeface="Roboto" panose="02000000000000000000" pitchFamily="2" charset="0"/>
                <a:cs typeface="Arial" panose="020B0604020202020204" pitchFamily="34" charset="0"/>
              </a:rPr>
              <a:t>, Argentina, Austria, </a:t>
            </a:r>
            <a:r>
              <a:rPr kumimoji="0" lang="es-ES" sz="900" b="0" i="0" u="none" strike="noStrike" kern="1200" cap="none" spc="0" normalizeH="0" baseline="0" noProof="0" dirty="0" err="1">
                <a:ln>
                  <a:noFill/>
                </a:ln>
                <a:solidFill>
                  <a:prstClr val="white"/>
                </a:solidFill>
                <a:effectLst/>
                <a:uLnTx/>
                <a:uFillTx/>
                <a:latin typeface="Roboto" panose="02000000000000000000" pitchFamily="2" charset="0"/>
                <a:ea typeface="Roboto" panose="02000000000000000000" pitchFamily="2" charset="0"/>
                <a:cs typeface="Arial" panose="020B0604020202020204" pitchFamily="34" charset="0"/>
              </a:rPr>
              <a:t>Belgium</a:t>
            </a:r>
            <a:r>
              <a:rPr kumimoji="0" lang="es-ES" sz="900" b="0" i="0" u="none" strike="noStrike" kern="1200" cap="none" spc="0" normalizeH="0" baseline="0" noProof="0" dirty="0">
                <a:ln>
                  <a:noFill/>
                </a:ln>
                <a:solidFill>
                  <a:prstClr val="white"/>
                </a:solidFill>
                <a:effectLst/>
                <a:uLnTx/>
                <a:uFillTx/>
                <a:latin typeface="Roboto" panose="02000000000000000000" pitchFamily="2" charset="0"/>
                <a:ea typeface="Roboto" panose="02000000000000000000" pitchFamily="2" charset="0"/>
                <a:cs typeface="Arial" panose="020B0604020202020204" pitchFamily="34" charset="0"/>
              </a:rPr>
              <a:t>, </a:t>
            </a:r>
            <a:r>
              <a:rPr kumimoji="0" lang="es-ES" sz="900" b="0" i="0" u="none" strike="noStrike" kern="1200" cap="none" spc="0" normalizeH="0" baseline="0" noProof="0" dirty="0" err="1">
                <a:ln>
                  <a:noFill/>
                </a:ln>
                <a:solidFill>
                  <a:prstClr val="white"/>
                </a:solidFill>
                <a:effectLst/>
                <a:uLnTx/>
                <a:uFillTx/>
                <a:latin typeface="Roboto" panose="02000000000000000000" pitchFamily="2" charset="0"/>
                <a:ea typeface="Roboto" panose="02000000000000000000" pitchFamily="2" charset="0"/>
                <a:cs typeface="Arial" panose="020B0604020202020204" pitchFamily="34" charset="0"/>
              </a:rPr>
              <a:t>Brazil</a:t>
            </a:r>
            <a:r>
              <a:rPr kumimoji="0" lang="es-ES" sz="900" b="0" i="0" u="none" strike="noStrike" kern="1200" cap="none" spc="0" normalizeH="0" baseline="0" noProof="0" dirty="0">
                <a:ln>
                  <a:noFill/>
                </a:ln>
                <a:solidFill>
                  <a:prstClr val="white"/>
                </a:solidFill>
                <a:effectLst/>
                <a:uLnTx/>
                <a:uFillTx/>
                <a:latin typeface="Roboto" panose="02000000000000000000" pitchFamily="2" charset="0"/>
                <a:ea typeface="Roboto" panose="02000000000000000000" pitchFamily="2" charset="0"/>
                <a:cs typeface="Arial" panose="020B0604020202020204" pitchFamily="34" charset="0"/>
              </a:rPr>
              <a:t>, Chile, Colombia, Spain, USA, </a:t>
            </a:r>
            <a:r>
              <a:rPr kumimoji="0" lang="es-ES" sz="900" b="0" i="0" u="none" strike="noStrike" kern="1200" cap="none" spc="0" normalizeH="0" baseline="0" noProof="0" dirty="0" err="1">
                <a:ln>
                  <a:noFill/>
                </a:ln>
                <a:solidFill>
                  <a:prstClr val="white"/>
                </a:solidFill>
                <a:effectLst/>
                <a:uLnTx/>
                <a:uFillTx/>
                <a:latin typeface="Roboto" panose="02000000000000000000" pitchFamily="2" charset="0"/>
                <a:ea typeface="Roboto" panose="02000000000000000000" pitchFamily="2" charset="0"/>
                <a:cs typeface="Arial" panose="020B0604020202020204" pitchFamily="34" charset="0"/>
              </a:rPr>
              <a:t>Netherlands</a:t>
            </a:r>
            <a:r>
              <a:rPr kumimoji="0" lang="es-ES" sz="900" b="0" i="0" u="none" strike="noStrike" kern="1200" cap="none" spc="0" normalizeH="0" baseline="0" noProof="0" dirty="0">
                <a:ln>
                  <a:noFill/>
                </a:ln>
                <a:solidFill>
                  <a:prstClr val="white"/>
                </a:solidFill>
                <a:effectLst/>
                <a:uLnTx/>
                <a:uFillTx/>
                <a:latin typeface="Roboto" panose="02000000000000000000" pitchFamily="2" charset="0"/>
                <a:ea typeface="Roboto" panose="02000000000000000000" pitchFamily="2" charset="0"/>
                <a:cs typeface="Arial" panose="020B0604020202020204" pitchFamily="34" charset="0"/>
              </a:rPr>
              <a:t>, </a:t>
            </a:r>
            <a:r>
              <a:rPr kumimoji="0" lang="es-ES" sz="900" b="0" i="0" u="none" strike="noStrike" kern="1200" cap="none" spc="0" normalizeH="0" baseline="0" noProof="0" dirty="0" err="1">
                <a:ln>
                  <a:noFill/>
                </a:ln>
                <a:solidFill>
                  <a:prstClr val="white"/>
                </a:solidFill>
                <a:effectLst/>
                <a:uLnTx/>
                <a:uFillTx/>
                <a:latin typeface="Roboto" panose="02000000000000000000" pitchFamily="2" charset="0"/>
                <a:ea typeface="Roboto" panose="02000000000000000000" pitchFamily="2" charset="0"/>
                <a:cs typeface="Arial" panose="020B0604020202020204" pitchFamily="34" charset="0"/>
              </a:rPr>
              <a:t>Italy</a:t>
            </a:r>
            <a:r>
              <a:rPr kumimoji="0" lang="es-ES" sz="900" b="0" i="0" u="none" strike="noStrike" kern="1200" cap="none" spc="0" normalizeH="0" baseline="0" noProof="0" dirty="0">
                <a:ln>
                  <a:noFill/>
                </a:ln>
                <a:solidFill>
                  <a:prstClr val="white"/>
                </a:solidFill>
                <a:effectLst/>
                <a:uLnTx/>
                <a:uFillTx/>
                <a:latin typeface="Roboto" panose="02000000000000000000" pitchFamily="2" charset="0"/>
                <a:ea typeface="Roboto" panose="02000000000000000000" pitchFamily="2" charset="0"/>
                <a:cs typeface="Arial" panose="020B0604020202020204" pitchFamily="34" charset="0"/>
              </a:rPr>
              <a:t>, </a:t>
            </a:r>
            <a:r>
              <a:rPr kumimoji="0" lang="es-ES" sz="900" b="0" i="0" u="none" strike="noStrike" kern="1200" cap="none" spc="0" normalizeH="0" baseline="0" noProof="0" dirty="0" err="1">
                <a:ln>
                  <a:noFill/>
                </a:ln>
                <a:solidFill>
                  <a:prstClr val="white"/>
                </a:solidFill>
                <a:effectLst/>
                <a:uLnTx/>
                <a:uFillTx/>
                <a:latin typeface="Roboto" panose="02000000000000000000" pitchFamily="2" charset="0"/>
                <a:ea typeface="Roboto" panose="02000000000000000000" pitchFamily="2" charset="0"/>
                <a:cs typeface="Arial" panose="020B0604020202020204" pitchFamily="34" charset="0"/>
              </a:rPr>
              <a:t>Mexico</a:t>
            </a:r>
            <a:r>
              <a:rPr kumimoji="0" lang="es-ES" sz="900" b="0" i="0" u="none" strike="noStrike" kern="1200" cap="none" spc="0" normalizeH="0" baseline="0" noProof="0" dirty="0">
                <a:ln>
                  <a:noFill/>
                </a:ln>
                <a:solidFill>
                  <a:prstClr val="white"/>
                </a:solidFill>
                <a:effectLst/>
                <a:uLnTx/>
                <a:uFillTx/>
                <a:latin typeface="Roboto" panose="02000000000000000000" pitchFamily="2" charset="0"/>
                <a:ea typeface="Roboto" panose="02000000000000000000" pitchFamily="2" charset="0"/>
                <a:cs typeface="Arial" panose="020B0604020202020204" pitchFamily="34" charset="0"/>
              </a:rPr>
              <a:t>, </a:t>
            </a:r>
            <a:r>
              <a:rPr kumimoji="0" lang="es-ES" sz="900" b="0" i="0" u="none" strike="noStrike" kern="1200" cap="none" spc="0" normalizeH="0" baseline="0" noProof="0" dirty="0" err="1">
                <a:ln>
                  <a:noFill/>
                </a:ln>
                <a:solidFill>
                  <a:prstClr val="white"/>
                </a:solidFill>
                <a:effectLst/>
                <a:uLnTx/>
                <a:uFillTx/>
                <a:latin typeface="Roboto" panose="02000000000000000000" pitchFamily="2" charset="0"/>
                <a:ea typeface="Roboto" panose="02000000000000000000" pitchFamily="2" charset="0"/>
                <a:cs typeface="Arial" panose="020B0604020202020204" pitchFamily="34" charset="0"/>
              </a:rPr>
              <a:t>Peru</a:t>
            </a:r>
            <a:r>
              <a:rPr kumimoji="0" lang="es-ES" sz="900" b="0" i="0" u="none" strike="noStrike" kern="1200" cap="none" spc="0" normalizeH="0" baseline="0" noProof="0" dirty="0">
                <a:ln>
                  <a:noFill/>
                </a:ln>
                <a:solidFill>
                  <a:prstClr val="white"/>
                </a:solidFill>
                <a:effectLst/>
                <a:uLnTx/>
                <a:uFillTx/>
                <a:latin typeface="Roboto" panose="02000000000000000000" pitchFamily="2" charset="0"/>
                <a:ea typeface="Roboto" panose="02000000000000000000" pitchFamily="2" charset="0"/>
                <a:cs typeface="Arial" panose="020B0604020202020204" pitchFamily="34" charset="0"/>
              </a:rPr>
              <a:t>, Portugal, </a:t>
            </a:r>
            <a:r>
              <a:rPr kumimoji="0" lang="es-ES" sz="900" b="0" i="0" u="none" strike="noStrike" kern="1200" cap="none" spc="0" normalizeH="0" baseline="0" noProof="0" dirty="0" err="1">
                <a:ln>
                  <a:noFill/>
                </a:ln>
                <a:solidFill>
                  <a:prstClr val="white"/>
                </a:solidFill>
                <a:effectLst/>
                <a:uLnTx/>
                <a:uFillTx/>
                <a:latin typeface="Roboto" panose="02000000000000000000" pitchFamily="2" charset="0"/>
                <a:ea typeface="Roboto" panose="02000000000000000000" pitchFamily="2" charset="0"/>
                <a:cs typeface="Arial" panose="020B0604020202020204" pitchFamily="34" charset="0"/>
              </a:rPr>
              <a:t>United</a:t>
            </a:r>
            <a:r>
              <a:rPr kumimoji="0" lang="es-ES" sz="900" b="0" i="0" u="none" strike="noStrike" kern="1200" cap="none" spc="0" normalizeH="0" baseline="0" noProof="0" dirty="0">
                <a:ln>
                  <a:noFill/>
                </a:ln>
                <a:solidFill>
                  <a:prstClr val="white"/>
                </a:solidFill>
                <a:effectLst/>
                <a:uLnTx/>
                <a:uFillTx/>
                <a:latin typeface="Roboto" panose="02000000000000000000" pitchFamily="2" charset="0"/>
                <a:ea typeface="Roboto" panose="02000000000000000000" pitchFamily="2" charset="0"/>
                <a:cs typeface="Arial" panose="020B0604020202020204" pitchFamily="34" charset="0"/>
              </a:rPr>
              <a:t> </a:t>
            </a:r>
            <a:r>
              <a:rPr kumimoji="0" lang="es-ES" sz="900" b="0" i="0" u="none" strike="noStrike" kern="1200" cap="none" spc="0" normalizeH="0" baseline="0" noProof="0" dirty="0" err="1">
                <a:ln>
                  <a:noFill/>
                </a:ln>
                <a:solidFill>
                  <a:prstClr val="white"/>
                </a:solidFill>
                <a:effectLst/>
                <a:uLnTx/>
                <a:uFillTx/>
                <a:latin typeface="Roboto" panose="02000000000000000000" pitchFamily="2" charset="0"/>
                <a:ea typeface="Roboto" panose="02000000000000000000" pitchFamily="2" charset="0"/>
                <a:cs typeface="Arial" panose="020B0604020202020204" pitchFamily="34" charset="0"/>
              </a:rPr>
              <a:t>Kingdom</a:t>
            </a:r>
            <a:r>
              <a:rPr kumimoji="0" lang="es-ES" sz="900" b="0" i="0" u="none" strike="noStrike" kern="1200" cap="none" spc="0" normalizeH="0" baseline="0" noProof="0" dirty="0">
                <a:ln>
                  <a:noFill/>
                </a:ln>
                <a:solidFill>
                  <a:prstClr val="white"/>
                </a:solidFill>
                <a:effectLst/>
                <a:uLnTx/>
                <a:uFillTx/>
                <a:latin typeface="Roboto" panose="02000000000000000000" pitchFamily="2" charset="0"/>
                <a:ea typeface="Roboto" panose="02000000000000000000" pitchFamily="2" charset="0"/>
                <a:cs typeface="Arial" panose="020B0604020202020204" pitchFamily="34" charset="0"/>
              </a:rPr>
              <a:t>, Romania, </a:t>
            </a:r>
            <a:r>
              <a:rPr kumimoji="0" lang="es-ES" sz="900" b="0" i="0" u="none" strike="noStrike" kern="1200" cap="none" spc="0" normalizeH="0" baseline="0" noProof="0" dirty="0" err="1">
                <a:ln>
                  <a:noFill/>
                </a:ln>
                <a:solidFill>
                  <a:prstClr val="white"/>
                </a:solidFill>
                <a:effectLst/>
                <a:uLnTx/>
                <a:uFillTx/>
                <a:latin typeface="Roboto" panose="02000000000000000000" pitchFamily="2" charset="0"/>
                <a:ea typeface="Roboto" panose="02000000000000000000" pitchFamily="2" charset="0"/>
                <a:cs typeface="Arial" panose="020B0604020202020204" pitchFamily="34" charset="0"/>
              </a:rPr>
              <a:t>Switzerland</a:t>
            </a:r>
            <a:endParaRPr kumimoji="0" lang="es-ES" sz="9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CuadroTexto 7">
            <a:extLst>
              <a:ext uri="{FF2B5EF4-FFF2-40B4-BE49-F238E27FC236}">
                <a16:creationId xmlns:a16="http://schemas.microsoft.com/office/drawing/2014/main" id="{95AE6D71-50C4-8D45-925D-A79E3962A6E5}"/>
              </a:ext>
            </a:extLst>
          </p:cNvPr>
          <p:cNvSpPr txBox="1"/>
          <p:nvPr/>
        </p:nvSpPr>
        <p:spPr>
          <a:xfrm>
            <a:off x="563592" y="1860626"/>
            <a:ext cx="8484155" cy="979755"/>
          </a:xfrm>
          <a:prstGeom prst="rect">
            <a:avLst/>
          </a:prstGeom>
          <a:noFill/>
        </p:spPr>
        <p:txBody>
          <a:bodyPr wrap="square">
            <a:spAutoFit/>
          </a:bodyPr>
          <a:lstStyle/>
          <a:p>
            <a:pPr marL="12700" algn="just" defTabSz="554394">
              <a:spcBef>
                <a:spcPts val="95"/>
              </a:spcBef>
              <a:defRPr/>
            </a:pPr>
            <a:r>
              <a:rPr lang="en-US" sz="1400" b="1" dirty="0">
                <a:solidFill>
                  <a:srgbClr val="FFFFFF"/>
                </a:solidFill>
                <a:latin typeface="Roboto" panose="02000000000000000000" pitchFamily="2" charset="0"/>
                <a:ea typeface="Roboto" panose="02000000000000000000" pitchFamily="2" charset="0"/>
                <a:cs typeface="Times New Roman" panose="02020603050405020304" pitchFamily="18" charset="0"/>
              </a:rPr>
              <a:t>All of the Foundation's activities are scalable, through technology, sustainable and have local application and global reach. </a:t>
            </a:r>
          </a:p>
          <a:p>
            <a:pPr marL="12700" algn="just" defTabSz="554394">
              <a:spcBef>
                <a:spcPts val="95"/>
              </a:spcBef>
              <a:defRPr/>
            </a:pPr>
            <a:endParaRPr lang="en-US" sz="1400" b="1" dirty="0">
              <a:solidFill>
                <a:srgbClr val="FFFFFF"/>
              </a:solidFill>
              <a:latin typeface="Roboto" panose="02000000000000000000" pitchFamily="2" charset="0"/>
              <a:ea typeface="Roboto" panose="02000000000000000000" pitchFamily="2" charset="0"/>
              <a:cs typeface="Times New Roman" panose="02020603050405020304" pitchFamily="18" charset="0"/>
            </a:endParaRPr>
          </a:p>
          <a:p>
            <a:pPr marL="12700" algn="just" defTabSz="554394">
              <a:spcBef>
                <a:spcPts val="95"/>
              </a:spcBef>
              <a:defRPr/>
            </a:pPr>
            <a:r>
              <a:rPr lang="en-US" sz="1400" b="1" dirty="0">
                <a:solidFill>
                  <a:srgbClr val="FFFFFF"/>
                </a:solidFill>
                <a:latin typeface="Roboto" panose="02000000000000000000" pitchFamily="2" charset="0"/>
                <a:ea typeface="Roboto" panose="02000000000000000000" pitchFamily="2" charset="0"/>
                <a:cs typeface="Times New Roman" panose="02020603050405020304" pitchFamily="18" charset="0"/>
              </a:rPr>
              <a:t>We are currently focused on two lines of action:</a:t>
            </a:r>
          </a:p>
        </p:txBody>
      </p:sp>
      <p:grpSp>
        <p:nvGrpSpPr>
          <p:cNvPr id="55" name="Grupo 54">
            <a:extLst>
              <a:ext uri="{FF2B5EF4-FFF2-40B4-BE49-F238E27FC236}">
                <a16:creationId xmlns:a16="http://schemas.microsoft.com/office/drawing/2014/main" id="{70048111-1945-3872-5DC7-4F0BA2C0426D}"/>
              </a:ext>
            </a:extLst>
          </p:cNvPr>
          <p:cNvGrpSpPr/>
          <p:nvPr/>
        </p:nvGrpSpPr>
        <p:grpSpPr>
          <a:xfrm>
            <a:off x="781939" y="3086437"/>
            <a:ext cx="8047459" cy="1709993"/>
            <a:chOff x="543029" y="3903605"/>
            <a:chExt cx="11022202" cy="2502526"/>
          </a:xfrm>
        </p:grpSpPr>
        <p:sp>
          <p:nvSpPr>
            <p:cNvPr id="14" name="Rectángulo 13">
              <a:extLst>
                <a:ext uri="{FF2B5EF4-FFF2-40B4-BE49-F238E27FC236}">
                  <a16:creationId xmlns:a16="http://schemas.microsoft.com/office/drawing/2014/main" id="{F6495DAE-F6A4-033A-1035-D65841EE197E}"/>
                </a:ext>
              </a:extLst>
            </p:cNvPr>
            <p:cNvSpPr/>
            <p:nvPr/>
          </p:nvSpPr>
          <p:spPr>
            <a:xfrm>
              <a:off x="543029" y="3903605"/>
              <a:ext cx="5233908" cy="2492148"/>
            </a:xfrm>
            <a:prstGeom prst="rect">
              <a:avLst/>
            </a:prstGeom>
            <a:solidFill>
              <a:srgbClr val="FFFFFF">
                <a:alpha val="81176"/>
              </a:srgbClr>
            </a:solidFill>
            <a:ln w="12700" cap="flat" cmpd="sng" algn="ctr">
              <a:solidFill>
                <a:srgbClr val="FFFFFF"/>
              </a:solidFill>
              <a:prstDash val="solid"/>
              <a:miter lim="800000"/>
            </a:ln>
            <a:effectLst>
              <a:outerShdw blurRad="63500" sx="102000" sy="102000" algn="ctr" rotWithShape="0">
                <a:prstClr val="black">
                  <a:alpha val="40000"/>
                </a:prstClr>
              </a:outerShdw>
            </a:effectLst>
          </p:spPr>
          <p:txBody>
            <a:bodyPr rtlCol="0" anchor="ctr"/>
            <a:lstStyle/>
            <a:p>
              <a:pPr marL="0" marR="0" lvl="0" indent="0" algn="ctr" defTabSz="554394"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505050"/>
                </a:solidFill>
                <a:effectLst/>
                <a:uLnTx/>
                <a:uFillTx/>
                <a:latin typeface="Arial" panose="020B0604020202020204"/>
                <a:ea typeface="+mn-ea"/>
                <a:cs typeface="+mn-cs"/>
              </a:endParaRPr>
            </a:p>
          </p:txBody>
        </p:sp>
        <p:sp>
          <p:nvSpPr>
            <p:cNvPr id="15" name="Rectángulo 14">
              <a:extLst>
                <a:ext uri="{FF2B5EF4-FFF2-40B4-BE49-F238E27FC236}">
                  <a16:creationId xmlns:a16="http://schemas.microsoft.com/office/drawing/2014/main" id="{2DC3959C-F771-4232-EA4B-C4D866D4CA48}"/>
                </a:ext>
              </a:extLst>
            </p:cNvPr>
            <p:cNvSpPr/>
            <p:nvPr/>
          </p:nvSpPr>
          <p:spPr>
            <a:xfrm>
              <a:off x="1388597" y="4242699"/>
              <a:ext cx="3778529" cy="807743"/>
            </a:xfrm>
            <a:prstGeom prst="rect">
              <a:avLst/>
            </a:prstGeom>
            <a:solidFill>
              <a:srgbClr val="FFFFFF">
                <a:lumMod val="75000"/>
                <a:alpha val="83000"/>
              </a:srgbClr>
            </a:solidFill>
            <a:ln w="12700" cap="flat" cmpd="sng" algn="ctr">
              <a:solidFill>
                <a:srgbClr val="FFC000"/>
              </a:solidFill>
              <a:prstDash val="solid"/>
              <a:miter lim="800000"/>
            </a:ln>
            <a:effectLst/>
          </p:spPr>
          <p:txBody>
            <a:bodyPr rtlCol="0" anchor="ctr"/>
            <a:lstStyle/>
            <a:p>
              <a:pPr marL="0" marR="0" lvl="0" indent="0" algn="ctr" defTabSz="554394"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212E4C"/>
                  </a:solidFill>
                  <a:effectLst/>
                  <a:uLnTx/>
                  <a:uFillTx/>
                  <a:latin typeface="Roboto Black" panose="02000000000000000000" pitchFamily="2" charset="0"/>
                  <a:ea typeface="Roboto Black" panose="02000000000000000000" pitchFamily="2" charset="0"/>
                  <a:cs typeface="+mn-cs"/>
                </a:rPr>
                <a:t>Entrepreneurship support</a:t>
              </a:r>
            </a:p>
          </p:txBody>
        </p:sp>
        <p:sp>
          <p:nvSpPr>
            <p:cNvPr id="16" name="Rectángulo 15">
              <a:extLst>
                <a:ext uri="{FF2B5EF4-FFF2-40B4-BE49-F238E27FC236}">
                  <a16:creationId xmlns:a16="http://schemas.microsoft.com/office/drawing/2014/main" id="{46AE935D-D485-77E2-BB40-D5BC882A0456}"/>
                </a:ext>
              </a:extLst>
            </p:cNvPr>
            <p:cNvSpPr/>
            <p:nvPr/>
          </p:nvSpPr>
          <p:spPr>
            <a:xfrm>
              <a:off x="1068209" y="4080584"/>
              <a:ext cx="4223202" cy="62003"/>
            </a:xfrm>
            <a:prstGeom prst="rect">
              <a:avLst/>
            </a:prstGeom>
            <a:solidFill>
              <a:srgbClr val="505050">
                <a:lumMod val="40000"/>
                <a:lumOff val="6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white"/>
                </a:solidFill>
                <a:effectLst/>
                <a:highlight>
                  <a:srgbClr val="FFFFFF"/>
                </a:highlight>
                <a:uLnTx/>
                <a:uFillTx/>
              </a:endParaRPr>
            </a:p>
          </p:txBody>
        </p:sp>
        <p:sp>
          <p:nvSpPr>
            <p:cNvPr id="24" name="CuadroTexto 23">
              <a:extLst>
                <a:ext uri="{FF2B5EF4-FFF2-40B4-BE49-F238E27FC236}">
                  <a16:creationId xmlns:a16="http://schemas.microsoft.com/office/drawing/2014/main" id="{1CE5907C-F7F8-BC22-1EA8-0FB063F48691}"/>
                </a:ext>
              </a:extLst>
            </p:cNvPr>
            <p:cNvSpPr txBox="1"/>
            <p:nvPr/>
          </p:nvSpPr>
          <p:spPr>
            <a:xfrm>
              <a:off x="3661816" y="5434861"/>
              <a:ext cx="2810413" cy="430887"/>
            </a:xfrm>
            <a:prstGeom prst="rect">
              <a:avLst/>
            </a:prstGeom>
            <a:noFill/>
          </p:spPr>
          <p:txBody>
            <a:bodyPr wrap="square">
              <a:spAutoFit/>
            </a:bodyPr>
            <a:lstStyle/>
            <a:p>
              <a:pPr algn="ctr">
                <a:defRPr/>
              </a:pPr>
              <a:endParaRPr lang="en-US" sz="1100" dirty="0">
                <a:solidFill>
                  <a:prstClr val="white"/>
                </a:solidFill>
                <a:latin typeface="Roboto" panose="02000000000000000000" pitchFamily="2" charset="0"/>
                <a:ea typeface="Roboto" panose="02000000000000000000" pitchFamily="2" charset="0"/>
              </a:endParaRPr>
            </a:p>
            <a:p>
              <a:pPr algn="ctr">
                <a:defRPr/>
              </a:pPr>
              <a:endParaRPr lang="en-US" sz="1100" dirty="0">
                <a:solidFill>
                  <a:prstClr val="white"/>
                </a:solidFill>
                <a:latin typeface="Roboto" panose="02000000000000000000" pitchFamily="2" charset="0"/>
                <a:ea typeface="Roboto" panose="02000000000000000000" pitchFamily="2" charset="0"/>
              </a:endParaRPr>
            </a:p>
          </p:txBody>
        </p:sp>
        <p:sp>
          <p:nvSpPr>
            <p:cNvPr id="29" name="Rectángulo 28">
              <a:extLst>
                <a:ext uri="{FF2B5EF4-FFF2-40B4-BE49-F238E27FC236}">
                  <a16:creationId xmlns:a16="http://schemas.microsoft.com/office/drawing/2014/main" id="{AFAAF3D1-B6A3-4041-0340-A5DB1A037E94}"/>
                </a:ext>
              </a:extLst>
            </p:cNvPr>
            <p:cNvSpPr/>
            <p:nvPr/>
          </p:nvSpPr>
          <p:spPr>
            <a:xfrm>
              <a:off x="6312604" y="3913983"/>
              <a:ext cx="5252627" cy="2492148"/>
            </a:xfrm>
            <a:prstGeom prst="rect">
              <a:avLst/>
            </a:prstGeom>
            <a:solidFill>
              <a:srgbClr val="FFFFFF">
                <a:alpha val="81176"/>
              </a:srgbClr>
            </a:solidFill>
            <a:ln w="12700" cap="flat" cmpd="sng" algn="ctr">
              <a:solidFill>
                <a:srgbClr val="FFFFFF"/>
              </a:solidFill>
              <a:prstDash val="solid"/>
              <a:miter lim="800000"/>
            </a:ln>
            <a:effectLst>
              <a:outerShdw blurRad="63500" sx="102000" sy="102000" algn="ctr" rotWithShape="0">
                <a:prstClr val="black">
                  <a:alpha val="40000"/>
                </a:prstClr>
              </a:outerShdw>
            </a:effectLst>
          </p:spPr>
          <p:txBody>
            <a:bodyPr rtlCol="0" anchor="ctr"/>
            <a:lstStyle/>
            <a:p>
              <a:pPr marL="0" marR="0" lvl="0" indent="0" algn="ctr" defTabSz="554394"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505050"/>
                </a:solidFill>
                <a:effectLst/>
                <a:uLnTx/>
                <a:uFillTx/>
                <a:latin typeface="Arial" panose="020B0604020202020204"/>
                <a:ea typeface="+mn-ea"/>
                <a:cs typeface="+mn-cs"/>
              </a:endParaRPr>
            </a:p>
          </p:txBody>
        </p:sp>
        <p:sp>
          <p:nvSpPr>
            <p:cNvPr id="30" name="Rectángulo 29">
              <a:extLst>
                <a:ext uri="{FF2B5EF4-FFF2-40B4-BE49-F238E27FC236}">
                  <a16:creationId xmlns:a16="http://schemas.microsoft.com/office/drawing/2014/main" id="{826936A2-FDB0-4F6F-9854-B8CAFA203600}"/>
                </a:ext>
              </a:extLst>
            </p:cNvPr>
            <p:cNvSpPr/>
            <p:nvPr/>
          </p:nvSpPr>
          <p:spPr>
            <a:xfrm>
              <a:off x="1102879" y="5260780"/>
              <a:ext cx="4223202" cy="62003"/>
            </a:xfrm>
            <a:prstGeom prst="rect">
              <a:avLst/>
            </a:prstGeom>
            <a:solidFill>
              <a:srgbClr val="505050">
                <a:lumMod val="40000"/>
                <a:lumOff val="6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white"/>
                </a:solidFill>
                <a:effectLst/>
                <a:highlight>
                  <a:srgbClr val="FFFFFF"/>
                </a:highlight>
                <a:uLnTx/>
                <a:uFillTx/>
              </a:endParaRPr>
            </a:p>
          </p:txBody>
        </p:sp>
        <p:sp>
          <p:nvSpPr>
            <p:cNvPr id="31" name="Rectángulo 30">
              <a:extLst>
                <a:ext uri="{FF2B5EF4-FFF2-40B4-BE49-F238E27FC236}">
                  <a16:creationId xmlns:a16="http://schemas.microsoft.com/office/drawing/2014/main" id="{110C3F1E-81A4-A92A-57A2-37EBA436CC60}"/>
                </a:ext>
              </a:extLst>
            </p:cNvPr>
            <p:cNvSpPr/>
            <p:nvPr/>
          </p:nvSpPr>
          <p:spPr>
            <a:xfrm>
              <a:off x="6884027" y="4118115"/>
              <a:ext cx="4223202" cy="62003"/>
            </a:xfrm>
            <a:prstGeom prst="rect">
              <a:avLst/>
            </a:prstGeom>
            <a:solidFill>
              <a:srgbClr val="505050">
                <a:lumMod val="40000"/>
                <a:lumOff val="6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white"/>
                </a:solidFill>
                <a:effectLst/>
                <a:highlight>
                  <a:srgbClr val="FFFFFF"/>
                </a:highlight>
                <a:uLnTx/>
                <a:uFillTx/>
              </a:endParaRPr>
            </a:p>
          </p:txBody>
        </p:sp>
        <p:sp>
          <p:nvSpPr>
            <p:cNvPr id="33" name="Rectángulo 32">
              <a:extLst>
                <a:ext uri="{FF2B5EF4-FFF2-40B4-BE49-F238E27FC236}">
                  <a16:creationId xmlns:a16="http://schemas.microsoft.com/office/drawing/2014/main" id="{C1C7D860-AFDD-850C-02E0-799F2DF91554}"/>
                </a:ext>
              </a:extLst>
            </p:cNvPr>
            <p:cNvSpPr/>
            <p:nvPr/>
          </p:nvSpPr>
          <p:spPr>
            <a:xfrm>
              <a:off x="6947938" y="5287115"/>
              <a:ext cx="4223202" cy="62003"/>
            </a:xfrm>
            <a:prstGeom prst="rect">
              <a:avLst/>
            </a:prstGeom>
            <a:solidFill>
              <a:srgbClr val="505050">
                <a:lumMod val="40000"/>
                <a:lumOff val="6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white"/>
                </a:solidFill>
                <a:effectLst/>
                <a:highlight>
                  <a:srgbClr val="FFFFFF"/>
                </a:highlight>
                <a:uLnTx/>
                <a:uFillTx/>
              </a:endParaRPr>
            </a:p>
          </p:txBody>
        </p:sp>
        <p:sp>
          <p:nvSpPr>
            <p:cNvPr id="34" name="Flecha: hacia abajo 33">
              <a:extLst>
                <a:ext uri="{FF2B5EF4-FFF2-40B4-BE49-F238E27FC236}">
                  <a16:creationId xmlns:a16="http://schemas.microsoft.com/office/drawing/2014/main" id="{7F802848-C893-0DFA-098E-EA2F88CC803B}"/>
                </a:ext>
              </a:extLst>
            </p:cNvPr>
            <p:cNvSpPr/>
            <p:nvPr/>
          </p:nvSpPr>
          <p:spPr>
            <a:xfrm>
              <a:off x="2615196" y="5050442"/>
              <a:ext cx="1116313" cy="162132"/>
            </a:xfrm>
            <a:prstGeom prst="downArrow">
              <a:avLst/>
            </a:prstGeom>
            <a:solidFill>
              <a:srgbClr val="505050">
                <a:lumMod val="40000"/>
                <a:lumOff val="6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505050"/>
                </a:solidFill>
                <a:effectLst/>
                <a:uLnTx/>
                <a:uFillTx/>
                <a:latin typeface="Arial" panose="020B0604020202020204"/>
                <a:ea typeface="+mn-ea"/>
                <a:cs typeface="+mn-cs"/>
              </a:endParaRPr>
            </a:p>
          </p:txBody>
        </p:sp>
        <p:sp>
          <p:nvSpPr>
            <p:cNvPr id="35" name="Rectángulo 34">
              <a:extLst>
                <a:ext uri="{FF2B5EF4-FFF2-40B4-BE49-F238E27FC236}">
                  <a16:creationId xmlns:a16="http://schemas.microsoft.com/office/drawing/2014/main" id="{E4B912E0-DC9C-FAE6-BA86-0B580873AD41}"/>
                </a:ext>
              </a:extLst>
            </p:cNvPr>
            <p:cNvSpPr/>
            <p:nvPr/>
          </p:nvSpPr>
          <p:spPr>
            <a:xfrm>
              <a:off x="7111535" y="4257692"/>
              <a:ext cx="3778529" cy="807743"/>
            </a:xfrm>
            <a:prstGeom prst="rect">
              <a:avLst/>
            </a:prstGeom>
            <a:solidFill>
              <a:srgbClr val="FFFFFF">
                <a:lumMod val="75000"/>
                <a:alpha val="83000"/>
              </a:srgbClr>
            </a:solidFill>
            <a:ln w="12700" cap="flat" cmpd="sng" algn="ctr">
              <a:solidFill>
                <a:srgbClr val="FFC000"/>
              </a:solidFill>
              <a:prstDash val="solid"/>
              <a:miter lim="800000"/>
            </a:ln>
            <a:effectLst/>
          </p:spPr>
          <p:txBody>
            <a:bodyPr rtlCol="0" anchor="ctr"/>
            <a:lstStyle/>
            <a:p>
              <a:pPr marL="0" marR="0" lvl="0" indent="0" algn="ctr" defTabSz="554394"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212E4C"/>
                  </a:solidFill>
                  <a:effectLst/>
                  <a:uLnTx/>
                  <a:uFillTx/>
                  <a:latin typeface="Roboto Black" panose="02000000000000000000" pitchFamily="2" charset="0"/>
                  <a:ea typeface="Roboto Black" panose="02000000000000000000" pitchFamily="2" charset="0"/>
                  <a:cs typeface="+mn-cs"/>
                </a:rPr>
                <a:t>Digital skills development</a:t>
              </a:r>
            </a:p>
          </p:txBody>
        </p:sp>
        <p:sp>
          <p:nvSpPr>
            <p:cNvPr id="36" name="Flecha: hacia abajo 35">
              <a:extLst>
                <a:ext uri="{FF2B5EF4-FFF2-40B4-BE49-F238E27FC236}">
                  <a16:creationId xmlns:a16="http://schemas.microsoft.com/office/drawing/2014/main" id="{73C20BF0-4B4B-E29F-9ABF-26F509879110}"/>
                </a:ext>
              </a:extLst>
            </p:cNvPr>
            <p:cNvSpPr/>
            <p:nvPr/>
          </p:nvSpPr>
          <p:spPr>
            <a:xfrm>
              <a:off x="8338134" y="5065435"/>
              <a:ext cx="1116313" cy="162132"/>
            </a:xfrm>
            <a:prstGeom prst="downArrow">
              <a:avLst/>
            </a:prstGeom>
            <a:solidFill>
              <a:srgbClr val="505050">
                <a:lumMod val="40000"/>
                <a:lumOff val="6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505050"/>
                </a:solidFill>
                <a:effectLst/>
                <a:uLnTx/>
                <a:uFillTx/>
                <a:latin typeface="Arial" panose="020B0604020202020204"/>
                <a:ea typeface="+mn-ea"/>
                <a:cs typeface="+mn-cs"/>
              </a:endParaRPr>
            </a:p>
          </p:txBody>
        </p:sp>
        <p:sp>
          <p:nvSpPr>
            <p:cNvPr id="37" name="Rectángulo 36">
              <a:extLst>
                <a:ext uri="{FF2B5EF4-FFF2-40B4-BE49-F238E27FC236}">
                  <a16:creationId xmlns:a16="http://schemas.microsoft.com/office/drawing/2014/main" id="{E273C760-FCB8-4D62-CBA1-2DEFB31DC4C6}"/>
                </a:ext>
              </a:extLst>
            </p:cNvPr>
            <p:cNvSpPr/>
            <p:nvPr/>
          </p:nvSpPr>
          <p:spPr>
            <a:xfrm>
              <a:off x="8979363" y="5434861"/>
              <a:ext cx="2342089" cy="807743"/>
            </a:xfrm>
            <a:prstGeom prst="rect">
              <a:avLst/>
            </a:prstGeom>
            <a:solidFill>
              <a:srgbClr val="0F1C50"/>
            </a:solidFill>
            <a:ln w="12700" cap="flat" cmpd="sng" algn="ctr">
              <a:solidFill>
                <a:srgbClr val="FFC000"/>
              </a:solidFill>
              <a:prstDash val="solid"/>
              <a:miter lim="800000"/>
            </a:ln>
            <a:effectLst/>
          </p:spPr>
          <p:txBody>
            <a:bodyPr rtlCol="0" anchor="ctr"/>
            <a:lstStyle/>
            <a:p>
              <a:pPr marL="0" marR="0" lvl="0" indent="0" algn="ctr" defTabSz="554394"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rPr>
                <a:t>For children:</a:t>
              </a:r>
            </a:p>
            <a:p>
              <a:pPr marL="0" marR="0" lvl="0" indent="0" algn="ctr" defTabSz="554394"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rPr>
                <a:t>Technology Olympics</a:t>
              </a:r>
            </a:p>
          </p:txBody>
        </p:sp>
        <p:sp>
          <p:nvSpPr>
            <p:cNvPr id="38" name="Rectángulo 37">
              <a:extLst>
                <a:ext uri="{FF2B5EF4-FFF2-40B4-BE49-F238E27FC236}">
                  <a16:creationId xmlns:a16="http://schemas.microsoft.com/office/drawing/2014/main" id="{9B79DAD5-EE04-08DC-3DF4-B2B609F966CD}"/>
                </a:ext>
              </a:extLst>
            </p:cNvPr>
            <p:cNvSpPr/>
            <p:nvPr/>
          </p:nvSpPr>
          <p:spPr>
            <a:xfrm>
              <a:off x="6525042" y="5434862"/>
              <a:ext cx="2342089" cy="807743"/>
            </a:xfrm>
            <a:prstGeom prst="rect">
              <a:avLst/>
            </a:prstGeom>
            <a:solidFill>
              <a:srgbClr val="0F1C50"/>
            </a:solidFill>
            <a:ln w="12700" cap="flat" cmpd="sng" algn="ctr">
              <a:solidFill>
                <a:srgbClr val="FFC000"/>
              </a:solidFill>
              <a:prstDash val="solid"/>
              <a:miter lim="800000"/>
            </a:ln>
            <a:effectLst/>
          </p:spPr>
          <p:txBody>
            <a:bodyPr rtlCol="0" anchor="ctr"/>
            <a:lstStyle/>
            <a:p>
              <a:pPr marL="0" marR="0" lvl="0" indent="0" algn="ctr" defTabSz="554394"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rPr>
                <a:t>For adults:</a:t>
              </a:r>
            </a:p>
            <a:p>
              <a:pPr marL="0" marR="0" lvl="0" indent="0" algn="ctr" defTabSz="554394"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rPr>
                <a:t>Digital Talent School</a:t>
              </a:r>
            </a:p>
          </p:txBody>
        </p:sp>
        <p:sp>
          <p:nvSpPr>
            <p:cNvPr id="45" name="Rectángulo 44">
              <a:extLst>
                <a:ext uri="{FF2B5EF4-FFF2-40B4-BE49-F238E27FC236}">
                  <a16:creationId xmlns:a16="http://schemas.microsoft.com/office/drawing/2014/main" id="{E83722A4-BEF4-DC76-46ED-CD881005A382}"/>
                </a:ext>
              </a:extLst>
            </p:cNvPr>
            <p:cNvSpPr/>
            <p:nvPr/>
          </p:nvSpPr>
          <p:spPr>
            <a:xfrm>
              <a:off x="1922429" y="5422912"/>
              <a:ext cx="2514761" cy="807743"/>
            </a:xfrm>
            <a:prstGeom prst="rect">
              <a:avLst/>
            </a:prstGeom>
            <a:solidFill>
              <a:srgbClr val="0F1C50"/>
            </a:solidFill>
            <a:ln w="12700" cap="flat" cmpd="sng" algn="ctr">
              <a:solidFill>
                <a:srgbClr val="FFC000"/>
              </a:solidFill>
              <a:prstDash val="solid"/>
              <a:miter lim="800000"/>
            </a:ln>
            <a:effectLst/>
          </p:spPr>
          <p:txBody>
            <a:bodyPr rtlCol="0" anchor="ctr"/>
            <a:lstStyle/>
            <a:p>
              <a:pPr marL="0" marR="0" lvl="0" indent="0" algn="ctr" defTabSz="554394"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rPr>
                <a:t>Entrepreneurship Awards “eAwards”</a:t>
              </a:r>
            </a:p>
          </p:txBody>
        </p:sp>
      </p:grpSp>
    </p:spTree>
    <p:extLst>
      <p:ext uri="{BB962C8B-B14F-4D97-AF65-F5344CB8AC3E}">
        <p14:creationId xmlns:p14="http://schemas.microsoft.com/office/powerpoint/2010/main" val="611161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n 16" descr="Niño sentado en una ventana&#10;&#10;Descripción generada automáticamente con confianza media">
            <a:extLst>
              <a:ext uri="{FF2B5EF4-FFF2-40B4-BE49-F238E27FC236}">
                <a16:creationId xmlns:a16="http://schemas.microsoft.com/office/drawing/2014/main" id="{C8B27B00-172C-FF68-72C4-115DFE3C67F9}"/>
              </a:ext>
            </a:extLst>
          </p:cNvPr>
          <p:cNvPicPr>
            <a:picLocks noChangeAspect="1"/>
          </p:cNvPicPr>
          <p:nvPr/>
        </p:nvPicPr>
        <p:blipFill rotWithShape="1">
          <a:blip r:embed="rId2" cstate="print">
            <a:alphaModFix amt="70000"/>
            <a:extLst>
              <a:ext uri="{28A0092B-C50C-407E-A947-70E740481C1C}">
                <a14:useLocalDpi xmlns:a14="http://schemas.microsoft.com/office/drawing/2010/main" val="0"/>
              </a:ext>
            </a:extLst>
          </a:blip>
          <a:srcRect l="-104" t="13549" r="21448" b="19924"/>
          <a:stretch/>
        </p:blipFill>
        <p:spPr>
          <a:xfrm>
            <a:off x="-41514" y="-12388"/>
            <a:ext cx="12233514" cy="6887348"/>
          </a:xfrm>
          <a:prstGeom prst="rect">
            <a:avLst/>
          </a:prstGeom>
        </p:spPr>
      </p:pic>
      <p:sp>
        <p:nvSpPr>
          <p:cNvPr id="7" name="Marcador de texto 4">
            <a:extLst>
              <a:ext uri="{FF2B5EF4-FFF2-40B4-BE49-F238E27FC236}">
                <a16:creationId xmlns:a16="http://schemas.microsoft.com/office/drawing/2014/main" id="{97CD56EB-A2C8-AF74-43FF-2184832A9BD6}"/>
              </a:ext>
            </a:extLst>
          </p:cNvPr>
          <p:cNvSpPr txBox="1">
            <a:spLocks/>
          </p:cNvSpPr>
          <p:nvPr/>
        </p:nvSpPr>
        <p:spPr>
          <a:xfrm>
            <a:off x="281141" y="1720242"/>
            <a:ext cx="5212035" cy="2105239"/>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lang="es-ES" sz="1600" kern="1200" dirty="0" smtClean="0">
                <a:solidFill>
                  <a:schemeClr val="bg1">
                    <a:lumMod val="65000"/>
                  </a:schemeClr>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s-ES" sz="1600" kern="1200" dirty="0" smtClean="0">
                <a:solidFill>
                  <a:schemeClr val="bg1">
                    <a:lumMod val="65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s-ES" sz="1600" kern="1200" dirty="0" smtClean="0">
                <a:solidFill>
                  <a:schemeClr val="bg1">
                    <a:lumMod val="65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s-ES" sz="1600" kern="1200" dirty="0" smtClean="0">
                <a:solidFill>
                  <a:schemeClr val="bg1">
                    <a:lumMod val="65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s-ES" sz="1600" kern="1200" dirty="0">
                <a:solidFill>
                  <a:schemeClr val="bg1">
                    <a:lumMod val="65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sz="1800" dirty="0">
                <a:solidFill>
                  <a:srgbClr val="0F1C50"/>
                </a:solidFill>
                <a:latin typeface="Roboto" panose="02000000000000000000" pitchFamily="2" charset="0"/>
                <a:ea typeface="Roboto" panose="02000000000000000000" pitchFamily="2" charset="0"/>
              </a:rPr>
              <a:t>Contribute to reducing the </a:t>
            </a:r>
            <a:r>
              <a:rPr lang="en-US" sz="1800" dirty="0">
                <a:solidFill>
                  <a:srgbClr val="0F1C50"/>
                </a:solidFill>
                <a:highlight>
                  <a:srgbClr val="EBA900"/>
                </a:highlight>
                <a:latin typeface="Roboto" panose="02000000000000000000" pitchFamily="2" charset="0"/>
                <a:ea typeface="Roboto" panose="02000000000000000000" pitchFamily="2" charset="0"/>
              </a:rPr>
              <a:t>digital divide </a:t>
            </a:r>
            <a:r>
              <a:rPr lang="en-US" sz="1800" dirty="0">
                <a:solidFill>
                  <a:srgbClr val="0F1C50"/>
                </a:solidFill>
                <a:latin typeface="Roboto" panose="02000000000000000000" pitchFamily="2" charset="0"/>
                <a:ea typeface="Roboto" panose="02000000000000000000" pitchFamily="2" charset="0"/>
              </a:rPr>
              <a:t>in children and adolescents, bringing them in a playful way to </a:t>
            </a:r>
            <a:r>
              <a:rPr lang="en-US" sz="1800" dirty="0">
                <a:solidFill>
                  <a:srgbClr val="0F1C50"/>
                </a:solidFill>
                <a:highlight>
                  <a:srgbClr val="EBA900"/>
                </a:highlight>
                <a:latin typeface="Roboto" panose="02000000000000000000" pitchFamily="2" charset="0"/>
                <a:ea typeface="Roboto" panose="02000000000000000000" pitchFamily="2" charset="0"/>
              </a:rPr>
              <a:t>programming</a:t>
            </a:r>
            <a:r>
              <a:rPr lang="en-US" sz="1800" dirty="0">
                <a:solidFill>
                  <a:srgbClr val="0F1C50"/>
                </a:solidFill>
                <a:latin typeface="Roboto" panose="02000000000000000000" pitchFamily="2" charset="0"/>
                <a:ea typeface="Roboto" panose="02000000000000000000" pitchFamily="2" charset="0"/>
              </a:rPr>
              <a:t> and </a:t>
            </a:r>
            <a:r>
              <a:rPr lang="en-US" sz="1800" dirty="0">
                <a:solidFill>
                  <a:srgbClr val="0F1C50"/>
                </a:solidFill>
                <a:highlight>
                  <a:srgbClr val="EBA900"/>
                </a:highlight>
                <a:latin typeface="Roboto" panose="02000000000000000000" pitchFamily="2" charset="0"/>
                <a:ea typeface="Roboto" panose="02000000000000000000" pitchFamily="2" charset="0"/>
              </a:rPr>
              <a:t>technology</a:t>
            </a:r>
            <a:r>
              <a:rPr lang="en-US" sz="1800" dirty="0">
                <a:solidFill>
                  <a:srgbClr val="0F1C50"/>
                </a:solidFill>
                <a:latin typeface="Roboto" panose="02000000000000000000" pitchFamily="2" charset="0"/>
                <a:ea typeface="Roboto" panose="02000000000000000000" pitchFamily="2" charset="0"/>
              </a:rPr>
              <a:t> not only as consumers, but also as </a:t>
            </a:r>
            <a:r>
              <a:rPr lang="en-US" sz="1800" dirty="0">
                <a:solidFill>
                  <a:srgbClr val="0F1C50"/>
                </a:solidFill>
                <a:highlight>
                  <a:srgbClr val="EBA900"/>
                </a:highlight>
                <a:latin typeface="Roboto" panose="02000000000000000000" pitchFamily="2" charset="0"/>
                <a:ea typeface="Roboto" panose="02000000000000000000" pitchFamily="2" charset="0"/>
              </a:rPr>
              <a:t>producers</a:t>
            </a:r>
            <a:r>
              <a:rPr lang="en-US" sz="1800" dirty="0">
                <a:solidFill>
                  <a:srgbClr val="0F1C50"/>
                </a:solidFill>
                <a:latin typeface="Roboto" panose="02000000000000000000" pitchFamily="2" charset="0"/>
                <a:ea typeface="Roboto" panose="02000000000000000000" pitchFamily="2" charset="0"/>
              </a:rPr>
              <a:t>.</a:t>
            </a:r>
            <a:endParaRPr lang="es-ES" sz="1800" dirty="0">
              <a:solidFill>
                <a:srgbClr val="0F1C50"/>
              </a:solidFill>
              <a:latin typeface="Roboto" panose="02000000000000000000" pitchFamily="2" charset="0"/>
              <a:ea typeface="Roboto" panose="02000000000000000000" pitchFamily="2" charset="0"/>
            </a:endParaRPr>
          </a:p>
        </p:txBody>
      </p:sp>
      <p:sp>
        <p:nvSpPr>
          <p:cNvPr id="2" name="Rectángulo 1">
            <a:extLst>
              <a:ext uri="{FF2B5EF4-FFF2-40B4-BE49-F238E27FC236}">
                <a16:creationId xmlns:a16="http://schemas.microsoft.com/office/drawing/2014/main" id="{6DB0FB83-7464-373C-E137-DF70B03299BD}"/>
              </a:ext>
            </a:extLst>
          </p:cNvPr>
          <p:cNvSpPr/>
          <p:nvPr/>
        </p:nvSpPr>
        <p:spPr>
          <a:xfrm>
            <a:off x="-40421" y="710030"/>
            <a:ext cx="5654181" cy="687898"/>
          </a:xfrm>
          <a:prstGeom prst="rect">
            <a:avLst/>
          </a:prstGeom>
          <a:solidFill>
            <a:srgbClr val="00206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a:extLst>
              <a:ext uri="{FF2B5EF4-FFF2-40B4-BE49-F238E27FC236}">
                <a16:creationId xmlns:a16="http://schemas.microsoft.com/office/drawing/2014/main" id="{D8E2F792-8BAA-81FD-04FA-78342096D9E8}"/>
              </a:ext>
            </a:extLst>
          </p:cNvPr>
          <p:cNvSpPr txBox="1"/>
          <p:nvPr/>
        </p:nvSpPr>
        <p:spPr>
          <a:xfrm>
            <a:off x="401725" y="869313"/>
            <a:ext cx="1535998" cy="400110"/>
          </a:xfrm>
          <a:prstGeom prst="rect">
            <a:avLst/>
          </a:prstGeom>
          <a:noFill/>
        </p:spPr>
        <p:txBody>
          <a:bodyPr wrap="none" rtlCol="0">
            <a:spAutoFit/>
          </a:bodyPr>
          <a:lstStyle/>
          <a:p>
            <a:r>
              <a:rPr lang="es-ES" sz="2000" b="1" dirty="0">
                <a:solidFill>
                  <a:schemeClr val="bg1"/>
                </a:solidFill>
                <a:latin typeface="Roboto Black" panose="02000000000000000000" pitchFamily="2" charset="0"/>
                <a:ea typeface="Roboto Black" panose="02000000000000000000" pitchFamily="2" charset="0"/>
              </a:rPr>
              <a:t>OBJECTIVE</a:t>
            </a:r>
          </a:p>
        </p:txBody>
      </p:sp>
      <p:pic>
        <p:nvPicPr>
          <p:cNvPr id="3" name="Imagen 2">
            <a:extLst>
              <a:ext uri="{FF2B5EF4-FFF2-40B4-BE49-F238E27FC236}">
                <a16:creationId xmlns:a16="http://schemas.microsoft.com/office/drawing/2014/main" id="{4780C140-3C7F-0BAC-F069-4C13BC748B8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422" t="31433" r="8982" b="33003"/>
          <a:stretch/>
        </p:blipFill>
        <p:spPr>
          <a:xfrm>
            <a:off x="8878186" y="254374"/>
            <a:ext cx="3138284" cy="541633"/>
          </a:xfrm>
          <a:prstGeom prst="rect">
            <a:avLst/>
          </a:prstGeom>
        </p:spPr>
      </p:pic>
      <p:grpSp>
        <p:nvGrpSpPr>
          <p:cNvPr id="11" name="Grupo 10">
            <a:extLst>
              <a:ext uri="{FF2B5EF4-FFF2-40B4-BE49-F238E27FC236}">
                <a16:creationId xmlns:a16="http://schemas.microsoft.com/office/drawing/2014/main" id="{9FDE0ECA-E53A-4B44-3BB7-8123926765D4}"/>
              </a:ext>
            </a:extLst>
          </p:cNvPr>
          <p:cNvGrpSpPr/>
          <p:nvPr/>
        </p:nvGrpSpPr>
        <p:grpSpPr>
          <a:xfrm>
            <a:off x="1937622" y="5061045"/>
            <a:ext cx="1723688" cy="889409"/>
            <a:chOff x="7379420" y="4509604"/>
            <a:chExt cx="1856090" cy="1497342"/>
          </a:xfrm>
        </p:grpSpPr>
        <p:sp>
          <p:nvSpPr>
            <p:cNvPr id="4" name="18 Rectángulo">
              <a:extLst>
                <a:ext uri="{FF2B5EF4-FFF2-40B4-BE49-F238E27FC236}">
                  <a16:creationId xmlns:a16="http://schemas.microsoft.com/office/drawing/2014/main" id="{8EEE3D1E-062C-2E2E-6213-4A40ACC0AFC9}"/>
                </a:ext>
              </a:extLst>
            </p:cNvPr>
            <p:cNvSpPr/>
            <p:nvPr/>
          </p:nvSpPr>
          <p:spPr>
            <a:xfrm>
              <a:off x="7382289" y="4509604"/>
              <a:ext cx="1853221" cy="1497342"/>
            </a:xfrm>
            <a:prstGeom prst="rect">
              <a:avLst/>
            </a:prstGeom>
            <a:solidFill>
              <a:srgbClr val="EBA9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ES" sz="1200" dirty="0">
                <a:latin typeface="Roboto Thin"/>
              </a:endParaRPr>
            </a:p>
          </p:txBody>
        </p:sp>
        <p:sp>
          <p:nvSpPr>
            <p:cNvPr id="13" name="13 CuadroTexto">
              <a:extLst>
                <a:ext uri="{FF2B5EF4-FFF2-40B4-BE49-F238E27FC236}">
                  <a16:creationId xmlns:a16="http://schemas.microsoft.com/office/drawing/2014/main" id="{DF979B12-5E5F-487F-24C5-D5864307B9D9}"/>
                </a:ext>
              </a:extLst>
            </p:cNvPr>
            <p:cNvSpPr txBox="1">
              <a:spLocks noChangeArrowheads="1"/>
            </p:cNvSpPr>
            <p:nvPr/>
          </p:nvSpPr>
          <p:spPr bwMode="auto">
            <a:xfrm>
              <a:off x="7379420" y="4684622"/>
              <a:ext cx="1815821" cy="1295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s-ES" sz="2000" b="1" dirty="0">
                  <a:solidFill>
                    <a:schemeClr val="bg1"/>
                  </a:solidFill>
                  <a:latin typeface="Roboto" panose="02000000000000000000" pitchFamily="2" charset="0"/>
                  <a:ea typeface="Roboto" panose="02000000000000000000" pitchFamily="2" charset="0"/>
                </a:rPr>
                <a:t>13 </a:t>
              </a:r>
              <a:r>
                <a:rPr lang="es-ES" sz="2000" b="1" dirty="0" err="1">
                  <a:solidFill>
                    <a:schemeClr val="bg1"/>
                  </a:solidFill>
                  <a:latin typeface="Roboto" panose="02000000000000000000" pitchFamily="2" charset="0"/>
                  <a:ea typeface="Roboto" panose="02000000000000000000" pitchFamily="2" charset="0"/>
                </a:rPr>
                <a:t>countries</a:t>
              </a:r>
              <a:endParaRPr lang="es-ES" sz="2000" b="1" dirty="0">
                <a:solidFill>
                  <a:schemeClr val="bg1"/>
                </a:solidFill>
                <a:latin typeface="Roboto" panose="02000000000000000000" pitchFamily="2" charset="0"/>
                <a:ea typeface="Roboto" panose="02000000000000000000" pitchFamily="2" charset="0"/>
              </a:endParaRPr>
            </a:p>
            <a:p>
              <a:pPr algn="ctr"/>
              <a:r>
                <a:rPr lang="en-US" sz="1200" dirty="0">
                  <a:solidFill>
                    <a:schemeClr val="bg1"/>
                  </a:solidFill>
                  <a:latin typeface="Roboto" panose="02000000000000000000" pitchFamily="2" charset="0"/>
                  <a:ea typeface="Roboto" panose="02000000000000000000" pitchFamily="2" charset="0"/>
                </a:rPr>
                <a:t>from Europe and Latin America</a:t>
              </a:r>
              <a:endParaRPr lang="es-ES" sz="1100" dirty="0">
                <a:solidFill>
                  <a:schemeClr val="bg1"/>
                </a:solidFill>
                <a:latin typeface="Roboto" panose="02000000000000000000" pitchFamily="2" charset="0"/>
                <a:ea typeface="Roboto" panose="02000000000000000000" pitchFamily="2" charset="0"/>
              </a:endParaRPr>
            </a:p>
          </p:txBody>
        </p:sp>
      </p:grpSp>
      <p:grpSp>
        <p:nvGrpSpPr>
          <p:cNvPr id="14" name="Grupo 13">
            <a:extLst>
              <a:ext uri="{FF2B5EF4-FFF2-40B4-BE49-F238E27FC236}">
                <a16:creationId xmlns:a16="http://schemas.microsoft.com/office/drawing/2014/main" id="{9C9927D0-7A0A-C257-EE13-5B7A75FBF04C}"/>
              </a:ext>
            </a:extLst>
          </p:cNvPr>
          <p:cNvGrpSpPr/>
          <p:nvPr/>
        </p:nvGrpSpPr>
        <p:grpSpPr>
          <a:xfrm>
            <a:off x="145678" y="5061045"/>
            <a:ext cx="1722958" cy="889409"/>
            <a:chOff x="9449432" y="4509604"/>
            <a:chExt cx="1855304" cy="1160664"/>
          </a:xfrm>
        </p:grpSpPr>
        <p:sp>
          <p:nvSpPr>
            <p:cNvPr id="15" name="14 Rectángulo">
              <a:extLst>
                <a:ext uri="{FF2B5EF4-FFF2-40B4-BE49-F238E27FC236}">
                  <a16:creationId xmlns:a16="http://schemas.microsoft.com/office/drawing/2014/main" id="{B3B3926B-D1FD-8134-2D47-69C91BADD15E}"/>
                </a:ext>
              </a:extLst>
            </p:cNvPr>
            <p:cNvSpPr/>
            <p:nvPr/>
          </p:nvSpPr>
          <p:spPr>
            <a:xfrm>
              <a:off x="9451515" y="4509604"/>
              <a:ext cx="1853221" cy="1160664"/>
            </a:xfrm>
            <a:prstGeom prst="rect">
              <a:avLst/>
            </a:prstGeom>
            <a:solidFill>
              <a:srgbClr val="0F1C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ES" sz="1050" dirty="0">
                <a:latin typeface="Roboto Thin"/>
              </a:endParaRPr>
            </a:p>
          </p:txBody>
        </p:sp>
        <p:sp>
          <p:nvSpPr>
            <p:cNvPr id="16" name="13 CuadroTexto">
              <a:extLst>
                <a:ext uri="{FF2B5EF4-FFF2-40B4-BE49-F238E27FC236}">
                  <a16:creationId xmlns:a16="http://schemas.microsoft.com/office/drawing/2014/main" id="{72883AEA-41C0-A64E-CF2D-05288F8705AA}"/>
                </a:ext>
              </a:extLst>
            </p:cNvPr>
            <p:cNvSpPr txBox="1">
              <a:spLocks noChangeArrowheads="1"/>
            </p:cNvSpPr>
            <p:nvPr/>
          </p:nvSpPr>
          <p:spPr bwMode="auto">
            <a:xfrm>
              <a:off x="9449432" y="4636455"/>
              <a:ext cx="1855304" cy="1004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s-ES" sz="2000" b="1" dirty="0">
                  <a:solidFill>
                    <a:schemeClr val="bg1"/>
                  </a:solidFill>
                  <a:latin typeface="Roboto" panose="02000000000000000000" pitchFamily="2" charset="0"/>
                  <a:ea typeface="Roboto" panose="02000000000000000000" pitchFamily="2" charset="0"/>
                </a:rPr>
                <a:t>+7.000</a:t>
              </a:r>
            </a:p>
            <a:p>
              <a:pPr algn="ctr"/>
              <a:r>
                <a:rPr lang="en-US" sz="1200" b="1" dirty="0">
                  <a:solidFill>
                    <a:schemeClr val="bg1"/>
                  </a:solidFill>
                  <a:latin typeface="Roboto" panose="02000000000000000000" pitchFamily="2" charset="0"/>
                  <a:ea typeface="Roboto" panose="02000000000000000000" pitchFamily="2" charset="0"/>
                </a:rPr>
                <a:t>Children and young people impacted</a:t>
              </a:r>
              <a:endParaRPr lang="es-ES" sz="1100" dirty="0">
                <a:solidFill>
                  <a:schemeClr val="bg1"/>
                </a:solidFill>
                <a:latin typeface="Roboto" panose="02000000000000000000" pitchFamily="2" charset="0"/>
                <a:ea typeface="Roboto" panose="02000000000000000000" pitchFamily="2" charset="0"/>
              </a:endParaRPr>
            </a:p>
          </p:txBody>
        </p:sp>
      </p:grpSp>
      <p:grpSp>
        <p:nvGrpSpPr>
          <p:cNvPr id="5" name="Grupo 4">
            <a:extLst>
              <a:ext uri="{FF2B5EF4-FFF2-40B4-BE49-F238E27FC236}">
                <a16:creationId xmlns:a16="http://schemas.microsoft.com/office/drawing/2014/main" id="{FE4ACA57-FE93-23AD-95D3-2979AFC36B7D}"/>
              </a:ext>
            </a:extLst>
          </p:cNvPr>
          <p:cNvGrpSpPr/>
          <p:nvPr/>
        </p:nvGrpSpPr>
        <p:grpSpPr>
          <a:xfrm>
            <a:off x="3732960" y="5014676"/>
            <a:ext cx="1796807" cy="954107"/>
            <a:chOff x="5566125" y="3883464"/>
            <a:chExt cx="1934826" cy="1245093"/>
          </a:xfrm>
        </p:grpSpPr>
        <p:sp>
          <p:nvSpPr>
            <p:cNvPr id="6" name="13 Rectángulo">
              <a:extLst>
                <a:ext uri="{FF2B5EF4-FFF2-40B4-BE49-F238E27FC236}">
                  <a16:creationId xmlns:a16="http://schemas.microsoft.com/office/drawing/2014/main" id="{7987C85B-C83B-3D21-1B7D-AD9B730FBEC3}"/>
                </a:ext>
              </a:extLst>
            </p:cNvPr>
            <p:cNvSpPr/>
            <p:nvPr/>
          </p:nvSpPr>
          <p:spPr>
            <a:xfrm>
              <a:off x="5608330" y="3943978"/>
              <a:ext cx="1853221" cy="1160665"/>
            </a:xfrm>
            <a:prstGeom prst="rect">
              <a:avLst/>
            </a:prstGeom>
            <a:solidFill>
              <a:srgbClr val="0F1C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ES" sz="1200" dirty="0">
                <a:latin typeface="Roboto Thin"/>
              </a:endParaRPr>
            </a:p>
          </p:txBody>
        </p:sp>
        <p:sp>
          <p:nvSpPr>
            <p:cNvPr id="8" name="13 CuadroTexto">
              <a:extLst>
                <a:ext uri="{FF2B5EF4-FFF2-40B4-BE49-F238E27FC236}">
                  <a16:creationId xmlns:a16="http://schemas.microsoft.com/office/drawing/2014/main" id="{D3E24D73-2BA9-70A6-A224-C21179AEE467}"/>
                </a:ext>
              </a:extLst>
            </p:cNvPr>
            <p:cNvSpPr txBox="1">
              <a:spLocks noChangeArrowheads="1"/>
            </p:cNvSpPr>
            <p:nvPr/>
          </p:nvSpPr>
          <p:spPr bwMode="auto">
            <a:xfrm>
              <a:off x="5566125" y="3883464"/>
              <a:ext cx="1934826" cy="124509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s-ES" sz="2000" b="1" dirty="0">
                  <a:solidFill>
                    <a:schemeClr val="bg1"/>
                  </a:solidFill>
                  <a:latin typeface="Roboto" panose="02000000000000000000" pitchFamily="2" charset="0"/>
                  <a:ea typeface="Roboto" panose="02000000000000000000" pitchFamily="2" charset="0"/>
                </a:rPr>
                <a:t>+1000</a:t>
              </a:r>
              <a:endParaRPr lang="es-ES" sz="2000" dirty="0">
                <a:solidFill>
                  <a:schemeClr val="bg1"/>
                </a:solidFill>
                <a:latin typeface="Roboto" panose="02000000000000000000" pitchFamily="2" charset="0"/>
                <a:ea typeface="Roboto" panose="02000000000000000000" pitchFamily="2" charset="0"/>
              </a:endParaRPr>
            </a:p>
            <a:p>
              <a:pPr algn="ctr"/>
              <a:r>
                <a:rPr lang="en-US" sz="1200" b="1" dirty="0">
                  <a:solidFill>
                    <a:schemeClr val="bg1"/>
                  </a:solidFill>
                  <a:latin typeface="Roboto" panose="02000000000000000000" pitchFamily="2" charset="0"/>
                  <a:ea typeface="Roboto" panose="02000000000000000000" pitchFamily="2" charset="0"/>
                </a:rPr>
                <a:t>Volunteers</a:t>
              </a:r>
            </a:p>
            <a:p>
              <a:pPr algn="ctr"/>
              <a:r>
                <a:rPr lang="en-US" sz="1200" b="1" dirty="0">
                  <a:solidFill>
                    <a:schemeClr val="bg1"/>
                  </a:solidFill>
                  <a:latin typeface="Roboto" panose="02000000000000000000" pitchFamily="2" charset="0"/>
                  <a:ea typeface="Roboto" panose="02000000000000000000" pitchFamily="2" charset="0"/>
                </a:rPr>
                <a:t>(from NTT DATA as trainers)</a:t>
              </a:r>
              <a:endParaRPr lang="es-ES" sz="1100" dirty="0">
                <a:solidFill>
                  <a:schemeClr val="bg1"/>
                </a:solidFill>
                <a:latin typeface="Roboto" panose="02000000000000000000" pitchFamily="2" charset="0"/>
                <a:ea typeface="Roboto" panose="02000000000000000000" pitchFamily="2" charset="0"/>
              </a:endParaRPr>
            </a:p>
          </p:txBody>
        </p:sp>
      </p:grpSp>
      <p:grpSp>
        <p:nvGrpSpPr>
          <p:cNvPr id="20" name="Grupo 19">
            <a:extLst>
              <a:ext uri="{FF2B5EF4-FFF2-40B4-BE49-F238E27FC236}">
                <a16:creationId xmlns:a16="http://schemas.microsoft.com/office/drawing/2014/main" id="{469740DA-78B3-0BB9-A84B-8BC3D0052987}"/>
              </a:ext>
            </a:extLst>
          </p:cNvPr>
          <p:cNvGrpSpPr/>
          <p:nvPr/>
        </p:nvGrpSpPr>
        <p:grpSpPr>
          <a:xfrm>
            <a:off x="145677" y="4295266"/>
            <a:ext cx="5347499" cy="540670"/>
            <a:chOff x="7369710" y="5435206"/>
            <a:chExt cx="2409330" cy="697504"/>
          </a:xfrm>
        </p:grpSpPr>
        <p:sp>
          <p:nvSpPr>
            <p:cNvPr id="21" name="18 Rectángulo">
              <a:extLst>
                <a:ext uri="{FF2B5EF4-FFF2-40B4-BE49-F238E27FC236}">
                  <a16:creationId xmlns:a16="http://schemas.microsoft.com/office/drawing/2014/main" id="{79AB58EB-C5F4-D856-727D-82EDA9B517AA}"/>
                </a:ext>
              </a:extLst>
            </p:cNvPr>
            <p:cNvSpPr/>
            <p:nvPr/>
          </p:nvSpPr>
          <p:spPr>
            <a:xfrm>
              <a:off x="7369710" y="5435206"/>
              <a:ext cx="2409330" cy="697504"/>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ES" sz="1400" dirty="0">
                <a:solidFill>
                  <a:srgbClr val="0F1C50"/>
                </a:solidFill>
                <a:latin typeface="Roboto Thin"/>
              </a:endParaRPr>
            </a:p>
          </p:txBody>
        </p:sp>
        <p:sp>
          <p:nvSpPr>
            <p:cNvPr id="22" name="13 CuadroTexto">
              <a:extLst>
                <a:ext uri="{FF2B5EF4-FFF2-40B4-BE49-F238E27FC236}">
                  <a16:creationId xmlns:a16="http://schemas.microsoft.com/office/drawing/2014/main" id="{B8F0AA20-D1FA-8571-DE86-6C1BD8C5BF3D}"/>
                </a:ext>
              </a:extLst>
            </p:cNvPr>
            <p:cNvSpPr txBox="1">
              <a:spLocks noChangeArrowheads="1"/>
            </p:cNvSpPr>
            <p:nvPr/>
          </p:nvSpPr>
          <p:spPr bwMode="auto">
            <a:xfrm>
              <a:off x="7452839" y="5585430"/>
              <a:ext cx="2097952" cy="397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s-ES" sz="1400" b="1" dirty="0" err="1">
                  <a:solidFill>
                    <a:srgbClr val="0F1C50"/>
                  </a:solidFill>
                  <a:latin typeface="Roboto" panose="02000000000000000000" pitchFamily="2" charset="0"/>
                  <a:ea typeface="Roboto" panose="02000000000000000000" pitchFamily="2" charset="0"/>
                </a:rPr>
                <a:t>Our</a:t>
              </a:r>
              <a:r>
                <a:rPr lang="es-ES" sz="1400" b="1" dirty="0">
                  <a:solidFill>
                    <a:srgbClr val="0F1C50"/>
                  </a:solidFill>
                  <a:latin typeface="Roboto" panose="02000000000000000000" pitchFamily="2" charset="0"/>
                  <a:ea typeface="Roboto" panose="02000000000000000000" pitchFamily="2" charset="0"/>
                </a:rPr>
                <a:t> workshops in figures</a:t>
              </a:r>
              <a:endParaRPr lang="es-ES" sz="900" dirty="0">
                <a:solidFill>
                  <a:srgbClr val="0F1C50"/>
                </a:solidFill>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3281836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upo 22">
            <a:extLst>
              <a:ext uri="{FF2B5EF4-FFF2-40B4-BE49-F238E27FC236}">
                <a16:creationId xmlns:a16="http://schemas.microsoft.com/office/drawing/2014/main" id="{C30830AF-1F16-DC8D-CEAF-BF6724100328}"/>
              </a:ext>
            </a:extLst>
          </p:cNvPr>
          <p:cNvGrpSpPr/>
          <p:nvPr/>
        </p:nvGrpSpPr>
        <p:grpSpPr>
          <a:xfrm>
            <a:off x="7639545" y="1105142"/>
            <a:ext cx="4226851" cy="5609709"/>
            <a:chOff x="6546796" y="1105142"/>
            <a:chExt cx="4226851" cy="5609709"/>
          </a:xfrm>
        </p:grpSpPr>
        <p:pic>
          <p:nvPicPr>
            <p:cNvPr id="3" name="Imagen 2" descr="Mujer sentada en una cama&#10;&#10;Descripción generada automáticamente con confianza media">
              <a:extLst>
                <a:ext uri="{FF2B5EF4-FFF2-40B4-BE49-F238E27FC236}">
                  <a16:creationId xmlns:a16="http://schemas.microsoft.com/office/drawing/2014/main" id="{C8CF15C4-4B52-1216-B99B-19A309D4DAA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3688" r="11002"/>
            <a:stretch/>
          </p:blipFill>
          <p:spPr>
            <a:xfrm>
              <a:off x="6546796" y="1105142"/>
              <a:ext cx="4226850" cy="5609708"/>
            </a:xfrm>
            <a:prstGeom prst="rect">
              <a:avLst/>
            </a:prstGeom>
          </p:spPr>
        </p:pic>
        <p:sp>
          <p:nvSpPr>
            <p:cNvPr id="4" name="Rectángulo 3">
              <a:extLst>
                <a:ext uri="{FF2B5EF4-FFF2-40B4-BE49-F238E27FC236}">
                  <a16:creationId xmlns:a16="http://schemas.microsoft.com/office/drawing/2014/main" id="{54B9A3B0-46B3-9D30-6172-F262166B179F}"/>
                </a:ext>
              </a:extLst>
            </p:cNvPr>
            <p:cNvSpPr/>
            <p:nvPr/>
          </p:nvSpPr>
          <p:spPr>
            <a:xfrm>
              <a:off x="6546797" y="1105143"/>
              <a:ext cx="4226850" cy="5609708"/>
            </a:xfrm>
            <a:prstGeom prst="rect">
              <a:avLst/>
            </a:prstGeom>
            <a:solidFill>
              <a:srgbClr val="6785C1">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pic>
        <p:nvPicPr>
          <p:cNvPr id="5" name="Imagen 4" descr="Logotipo&#10;&#10;Descripción generada automáticamente">
            <a:extLst>
              <a:ext uri="{FF2B5EF4-FFF2-40B4-BE49-F238E27FC236}">
                <a16:creationId xmlns:a16="http://schemas.microsoft.com/office/drawing/2014/main" id="{EE30A42D-C8F9-830C-9270-E6B6ADC3537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682596" y="-227499"/>
            <a:ext cx="3680253" cy="1475791"/>
          </a:xfrm>
          <a:prstGeom prst="rect">
            <a:avLst/>
          </a:prstGeom>
        </p:spPr>
      </p:pic>
      <p:sp>
        <p:nvSpPr>
          <p:cNvPr id="6" name="CuadroTexto 5">
            <a:extLst>
              <a:ext uri="{FF2B5EF4-FFF2-40B4-BE49-F238E27FC236}">
                <a16:creationId xmlns:a16="http://schemas.microsoft.com/office/drawing/2014/main" id="{973DC400-3CB6-BAAF-1F91-9E414012E41D}"/>
              </a:ext>
            </a:extLst>
          </p:cNvPr>
          <p:cNvSpPr txBox="1"/>
          <p:nvPr/>
        </p:nvSpPr>
        <p:spPr>
          <a:xfrm>
            <a:off x="175530" y="254374"/>
            <a:ext cx="408381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spc="-15" dirty="0">
                <a:solidFill>
                  <a:srgbClr val="0F1C50"/>
                </a:solidFill>
                <a:latin typeface="Roboto Black"/>
                <a:ea typeface="+mj-ea"/>
              </a:rPr>
              <a:t>WHAT DOES IT CONSIST OF</a:t>
            </a:r>
            <a:endParaRPr lang="es-ES" sz="2400" b="1" spc="-15" dirty="0">
              <a:solidFill>
                <a:srgbClr val="0F1C50"/>
              </a:solidFill>
              <a:latin typeface="Roboto Black"/>
              <a:ea typeface="+mj-ea"/>
            </a:endParaRPr>
          </a:p>
        </p:txBody>
      </p:sp>
      <p:cxnSp>
        <p:nvCxnSpPr>
          <p:cNvPr id="7" name="Conector recto 6">
            <a:extLst>
              <a:ext uri="{FF2B5EF4-FFF2-40B4-BE49-F238E27FC236}">
                <a16:creationId xmlns:a16="http://schemas.microsoft.com/office/drawing/2014/main" id="{81F43DE9-F5E2-6950-F5FB-6D8234BE0838}"/>
              </a:ext>
            </a:extLst>
          </p:cNvPr>
          <p:cNvCxnSpPr>
            <a:cxnSpLocks/>
          </p:cNvCxnSpPr>
          <p:nvPr/>
        </p:nvCxnSpPr>
        <p:spPr>
          <a:xfrm>
            <a:off x="-57695" y="763744"/>
            <a:ext cx="12202133" cy="0"/>
          </a:xfrm>
          <a:prstGeom prst="line">
            <a:avLst/>
          </a:prstGeom>
          <a:ln>
            <a:solidFill>
              <a:srgbClr val="0F1C50"/>
            </a:solidFill>
          </a:ln>
        </p:spPr>
        <p:style>
          <a:lnRef idx="1">
            <a:schemeClr val="accent1"/>
          </a:lnRef>
          <a:fillRef idx="0">
            <a:schemeClr val="accent1"/>
          </a:fillRef>
          <a:effectRef idx="0">
            <a:schemeClr val="accent1"/>
          </a:effectRef>
          <a:fontRef idx="minor">
            <a:schemeClr val="tx1"/>
          </a:fontRef>
        </p:style>
      </p:cxnSp>
      <p:sp>
        <p:nvSpPr>
          <p:cNvPr id="8" name="Rectángulo 7">
            <a:extLst>
              <a:ext uri="{FF2B5EF4-FFF2-40B4-BE49-F238E27FC236}">
                <a16:creationId xmlns:a16="http://schemas.microsoft.com/office/drawing/2014/main" id="{7624E42A-97A8-4F7C-399A-D36AF0A40964}"/>
              </a:ext>
            </a:extLst>
          </p:cNvPr>
          <p:cNvSpPr/>
          <p:nvPr/>
        </p:nvSpPr>
        <p:spPr>
          <a:xfrm>
            <a:off x="0" y="3428999"/>
            <a:ext cx="7469312" cy="3358807"/>
          </a:xfrm>
          <a:prstGeom prst="rect">
            <a:avLst/>
          </a:prstGeom>
          <a:solidFill>
            <a:srgbClr val="0F1C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978F6551-20B1-4D6F-E6B9-CD3BAC252CEF}"/>
              </a:ext>
            </a:extLst>
          </p:cNvPr>
          <p:cNvSpPr txBox="1"/>
          <p:nvPr/>
        </p:nvSpPr>
        <p:spPr>
          <a:xfrm>
            <a:off x="175530" y="980112"/>
            <a:ext cx="6044518" cy="2087751"/>
          </a:xfrm>
          <a:prstGeom prst="rect">
            <a:avLst/>
          </a:prstGeom>
          <a:noFill/>
        </p:spPr>
        <p:txBody>
          <a:bodyPr wrap="square">
            <a:spAutoFit/>
          </a:bodyPr>
          <a:lstStyle/>
          <a:p>
            <a:pPr marL="12700" marR="5080">
              <a:spcBef>
                <a:spcPts val="95"/>
              </a:spcBef>
              <a:defRPr/>
            </a:pPr>
            <a:r>
              <a:rPr lang="en-US" sz="1600" b="1" kern="0" dirty="0">
                <a:solidFill>
                  <a:srgbClr val="6785C1"/>
                </a:solidFill>
                <a:latin typeface="Roboto" panose="02000000000000000000" pitchFamily="2" charset="0"/>
                <a:ea typeface="Roboto" panose="02000000000000000000" pitchFamily="2" charset="0"/>
                <a:cs typeface="Roboto" panose="02000000000000000000" pitchFamily="2" charset="0"/>
              </a:rPr>
              <a:t>It is an interactive journey to develop digital skills.</a:t>
            </a:r>
          </a:p>
          <a:p>
            <a:pPr marL="12700" marR="5080">
              <a:spcBef>
                <a:spcPts val="95"/>
              </a:spcBef>
              <a:defRPr/>
            </a:pPr>
            <a:endParaRPr lang="en-US" sz="1600" b="1" i="0" kern="0" dirty="0">
              <a:solidFill>
                <a:srgbClr val="6785C1"/>
              </a:solidFill>
              <a:effectLst/>
              <a:latin typeface="Roboto" panose="02000000000000000000" pitchFamily="2" charset="0"/>
              <a:ea typeface="Roboto" panose="02000000000000000000" pitchFamily="2" charset="0"/>
              <a:cs typeface="Roboto" panose="02000000000000000000" pitchFamily="2" charset="0"/>
            </a:endParaRPr>
          </a:p>
          <a:p>
            <a:pPr marL="12700" marR="5080">
              <a:spcBef>
                <a:spcPts val="95"/>
              </a:spcBef>
              <a:defRPr/>
            </a:pPr>
            <a:r>
              <a:rPr lang="en-US" sz="1600" b="0" i="0" dirty="0">
                <a:solidFill>
                  <a:srgbClr val="1F1F1F"/>
                </a:solidFill>
                <a:effectLst/>
                <a:latin typeface="Roboto" panose="02000000000000000000" pitchFamily="2" charset="0"/>
                <a:ea typeface="Roboto" panose="02000000000000000000" pitchFamily="2" charset="0"/>
                <a:cs typeface="Roboto" panose="02000000000000000000" pitchFamily="2" charset="0"/>
              </a:rPr>
              <a:t>During the tour, participants will realize what they are capable of through </a:t>
            </a:r>
            <a:r>
              <a:rPr lang="en-US" sz="1600" b="1" i="0" dirty="0">
                <a:solidFill>
                  <a:srgbClr val="1F1F1F"/>
                </a:solidFill>
                <a:effectLst/>
                <a:latin typeface="Roboto" panose="02000000000000000000" pitchFamily="2" charset="0"/>
                <a:ea typeface="Roboto" panose="02000000000000000000" pitchFamily="2" charset="0"/>
                <a:cs typeface="Roboto" panose="02000000000000000000" pitchFamily="2" charset="0"/>
              </a:rPr>
              <a:t>programming</a:t>
            </a:r>
            <a:r>
              <a:rPr lang="en-US" sz="1600" b="0" i="0" dirty="0">
                <a:solidFill>
                  <a:srgbClr val="1F1F1F"/>
                </a:solidFill>
                <a:effectLst/>
                <a:latin typeface="Roboto" panose="02000000000000000000" pitchFamily="2" charset="0"/>
                <a:ea typeface="Roboto" panose="02000000000000000000" pitchFamily="2" charset="0"/>
                <a:cs typeface="Roboto" panose="02000000000000000000" pitchFamily="2" charset="0"/>
              </a:rPr>
              <a:t> and </a:t>
            </a:r>
            <a:r>
              <a:rPr lang="en-US" sz="1600" b="1" i="0" dirty="0">
                <a:solidFill>
                  <a:srgbClr val="1F1F1F"/>
                </a:solidFill>
                <a:effectLst/>
                <a:latin typeface="Roboto" panose="02000000000000000000" pitchFamily="2" charset="0"/>
                <a:ea typeface="Roboto" panose="02000000000000000000" pitchFamily="2" charset="0"/>
                <a:cs typeface="Roboto" panose="02000000000000000000" pitchFamily="2" charset="0"/>
              </a:rPr>
              <a:t>technology</a:t>
            </a:r>
            <a:r>
              <a:rPr lang="en-US" sz="1600" b="0" i="0" dirty="0">
                <a:solidFill>
                  <a:srgbClr val="1F1F1F"/>
                </a:solidFill>
                <a:effectLst/>
                <a:latin typeface="Roboto" panose="02000000000000000000" pitchFamily="2" charset="0"/>
                <a:ea typeface="Roboto" panose="02000000000000000000" pitchFamily="2" charset="0"/>
                <a:cs typeface="Roboto" panose="02000000000000000000" pitchFamily="2" charset="0"/>
              </a:rPr>
              <a:t>.</a:t>
            </a:r>
            <a:endParaRPr lang="es-ES" sz="1600" dirty="0">
              <a:solidFill>
                <a:srgbClr val="1F1F1F"/>
              </a:solidFill>
              <a:latin typeface="Roboto" panose="02000000000000000000" pitchFamily="2" charset="0"/>
              <a:ea typeface="Roboto" panose="02000000000000000000" pitchFamily="2" charset="0"/>
              <a:cs typeface="Roboto" panose="02000000000000000000" pitchFamily="2" charset="0"/>
            </a:endParaRPr>
          </a:p>
          <a:p>
            <a:pPr algn="just"/>
            <a:endParaRPr lang="es-ES" sz="1600" dirty="0">
              <a:solidFill>
                <a:srgbClr val="1F1F1F"/>
              </a:solidFill>
              <a:latin typeface="Roboto" panose="02000000000000000000" pitchFamily="2" charset="0"/>
              <a:ea typeface="Roboto" panose="02000000000000000000" pitchFamily="2" charset="0"/>
              <a:cs typeface="Roboto" panose="02000000000000000000" pitchFamily="2" charset="0"/>
            </a:endParaRPr>
          </a:p>
          <a:p>
            <a:pPr algn="just"/>
            <a:r>
              <a:rPr lang="en-US" sz="1600" b="0" i="0" dirty="0">
                <a:solidFill>
                  <a:srgbClr val="1F1F1F"/>
                </a:solidFill>
                <a:effectLst/>
                <a:latin typeface="Roboto" panose="02000000000000000000" pitchFamily="2" charset="0"/>
                <a:ea typeface="Roboto" panose="02000000000000000000" pitchFamily="2" charset="0"/>
                <a:cs typeface="Roboto" panose="02000000000000000000" pitchFamily="2" charset="0"/>
              </a:rPr>
              <a:t>Following the Olympics scheme, they will receive </a:t>
            </a:r>
            <a:r>
              <a:rPr lang="en-US" sz="1600" b="1" i="0" dirty="0">
                <a:solidFill>
                  <a:srgbClr val="1F1F1F"/>
                </a:solidFill>
                <a:effectLst/>
                <a:latin typeface="Roboto" panose="02000000000000000000" pitchFamily="2" charset="0"/>
                <a:ea typeface="Roboto" panose="02000000000000000000" pitchFamily="2" charset="0"/>
                <a:cs typeface="Roboto" panose="02000000000000000000" pitchFamily="2" charset="0"/>
              </a:rPr>
              <a:t>training</a:t>
            </a:r>
            <a:r>
              <a:rPr lang="en-US" sz="1600" b="0" i="0" dirty="0">
                <a:solidFill>
                  <a:srgbClr val="1F1F1F"/>
                </a:solidFill>
                <a:effectLst/>
                <a:latin typeface="Roboto" panose="02000000000000000000" pitchFamily="2" charset="0"/>
                <a:ea typeface="Roboto" panose="02000000000000000000" pitchFamily="2" charset="0"/>
                <a:cs typeface="Roboto" panose="02000000000000000000" pitchFamily="2" charset="0"/>
              </a:rPr>
              <a:t> that will allow them to compete in the grand final to put the acquired skills into practice.</a:t>
            </a:r>
            <a:r>
              <a:rPr lang="es-ES" sz="1400"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 </a:t>
            </a:r>
          </a:p>
        </p:txBody>
      </p:sp>
      <p:sp>
        <p:nvSpPr>
          <p:cNvPr id="10" name="CuadroTexto 9">
            <a:extLst>
              <a:ext uri="{FF2B5EF4-FFF2-40B4-BE49-F238E27FC236}">
                <a16:creationId xmlns:a16="http://schemas.microsoft.com/office/drawing/2014/main" id="{F3109130-98F5-52DE-15CC-695F6BA50CC5}"/>
              </a:ext>
            </a:extLst>
          </p:cNvPr>
          <p:cNvSpPr txBox="1"/>
          <p:nvPr/>
        </p:nvSpPr>
        <p:spPr>
          <a:xfrm>
            <a:off x="325603" y="3502216"/>
            <a:ext cx="6629523" cy="3005951"/>
          </a:xfrm>
          <a:prstGeom prst="rect">
            <a:avLst/>
          </a:prstGeom>
          <a:noFill/>
        </p:spPr>
        <p:txBody>
          <a:bodyPr wrap="square">
            <a:spAutoFit/>
          </a:bodyPr>
          <a:lstStyle/>
          <a:p>
            <a:pPr marL="0" indent="0" algn="just">
              <a:lnSpc>
                <a:spcPct val="100000"/>
              </a:lnSpc>
              <a:spcBef>
                <a:spcPts val="0"/>
              </a:spcBef>
              <a:buFontTx/>
              <a:buNone/>
              <a:defRPr/>
            </a:pPr>
            <a:r>
              <a:rPr lang="en-US" sz="1600" kern="0" dirty="0">
                <a:solidFill>
                  <a:schemeClr val="bg1"/>
                </a:solidFill>
                <a:latin typeface="Roboto" panose="02000000000000000000" pitchFamily="2" charset="0"/>
                <a:ea typeface="Roboto" panose="02000000000000000000" pitchFamily="2" charset="0"/>
                <a:cs typeface="Arial" panose="020B0604020202020204" pitchFamily="34" charset="0"/>
              </a:rPr>
              <a:t>During the Olympics:</a:t>
            </a:r>
          </a:p>
          <a:p>
            <a:pPr marL="0" indent="0" algn="just">
              <a:lnSpc>
                <a:spcPct val="100000"/>
              </a:lnSpc>
              <a:spcBef>
                <a:spcPts val="0"/>
              </a:spcBef>
              <a:buFontTx/>
              <a:buNone/>
              <a:defRPr/>
            </a:pPr>
            <a:endParaRPr lang="en-US" sz="800" kern="0" dirty="0">
              <a:solidFill>
                <a:schemeClr val="bg1"/>
              </a:solidFill>
              <a:latin typeface="Roboto" panose="02000000000000000000" pitchFamily="2" charset="0"/>
              <a:ea typeface="Roboto" panose="02000000000000000000" pitchFamily="2" charset="0"/>
              <a:cs typeface="Arial" panose="020B0604020202020204" pitchFamily="34" charset="0"/>
            </a:endParaRPr>
          </a:p>
          <a:p>
            <a:pPr marL="285750" indent="-285750" algn="just">
              <a:lnSpc>
                <a:spcPct val="150000"/>
              </a:lnSpc>
              <a:spcBef>
                <a:spcPts val="0"/>
              </a:spcBef>
              <a:buFont typeface="Arial" panose="020B0604020202020204" pitchFamily="34" charset="0"/>
              <a:buChar char="•"/>
              <a:defRPr/>
            </a:pPr>
            <a:r>
              <a:rPr lang="en-US" sz="1600" kern="0" dirty="0">
                <a:solidFill>
                  <a:schemeClr val="bg1"/>
                </a:solidFill>
                <a:latin typeface="Roboto" panose="02000000000000000000" pitchFamily="2" charset="0"/>
                <a:ea typeface="Roboto" panose="02000000000000000000" pitchFamily="2" charset="0"/>
                <a:cs typeface="Arial" panose="020B0604020202020204" pitchFamily="34" charset="0"/>
              </a:rPr>
              <a:t>They will know the bases of </a:t>
            </a:r>
            <a:r>
              <a:rPr lang="en-US" sz="1600" kern="0" dirty="0">
                <a:solidFill>
                  <a:schemeClr val="bg1"/>
                </a:solidFill>
                <a:highlight>
                  <a:srgbClr val="6785C1"/>
                </a:highlight>
                <a:latin typeface="Roboto" panose="02000000000000000000" pitchFamily="2" charset="0"/>
                <a:ea typeface="Roboto" panose="02000000000000000000" pitchFamily="2" charset="0"/>
                <a:cs typeface="Arial" panose="020B0604020202020204" pitchFamily="34" charset="0"/>
              </a:rPr>
              <a:t>computational thinking</a:t>
            </a:r>
            <a:r>
              <a:rPr lang="en-US" sz="1600" kern="0" dirty="0">
                <a:solidFill>
                  <a:schemeClr val="bg1"/>
                </a:solidFill>
                <a:latin typeface="Roboto" panose="02000000000000000000" pitchFamily="2" charset="0"/>
                <a:ea typeface="Roboto" panose="02000000000000000000" pitchFamily="2" charset="0"/>
                <a:cs typeface="Arial" panose="020B0604020202020204" pitchFamily="34" charset="0"/>
              </a:rPr>
              <a:t>.</a:t>
            </a:r>
          </a:p>
          <a:p>
            <a:pPr marL="285750" indent="-285750" algn="just">
              <a:lnSpc>
                <a:spcPct val="150000"/>
              </a:lnSpc>
              <a:spcBef>
                <a:spcPts val="0"/>
              </a:spcBef>
              <a:buFont typeface="Arial" panose="020B0604020202020204" pitchFamily="34" charset="0"/>
              <a:buChar char="•"/>
              <a:defRPr/>
            </a:pPr>
            <a:r>
              <a:rPr lang="en-US" sz="1600" kern="0" dirty="0">
                <a:solidFill>
                  <a:schemeClr val="bg1"/>
                </a:solidFill>
                <a:latin typeface="Roboto" panose="02000000000000000000" pitchFamily="2" charset="0"/>
                <a:ea typeface="Roboto" panose="02000000000000000000" pitchFamily="2" charset="0"/>
                <a:cs typeface="Arial" panose="020B0604020202020204" pitchFamily="34" charset="0"/>
              </a:rPr>
              <a:t>They will stimulate your </a:t>
            </a:r>
            <a:r>
              <a:rPr lang="en-US" sz="1600" kern="0" dirty="0">
                <a:solidFill>
                  <a:schemeClr val="bg1"/>
                </a:solidFill>
                <a:highlight>
                  <a:srgbClr val="6785C1"/>
                </a:highlight>
                <a:latin typeface="Roboto" panose="02000000000000000000" pitchFamily="2" charset="0"/>
                <a:ea typeface="Roboto" panose="02000000000000000000" pitchFamily="2" charset="0"/>
                <a:cs typeface="Arial" panose="020B0604020202020204" pitchFamily="34" charset="0"/>
              </a:rPr>
              <a:t>creativity</a:t>
            </a:r>
            <a:r>
              <a:rPr lang="en-US" sz="1600" kern="0" dirty="0">
                <a:solidFill>
                  <a:schemeClr val="bg1"/>
                </a:solidFill>
                <a:latin typeface="Roboto" panose="02000000000000000000" pitchFamily="2" charset="0"/>
                <a:ea typeface="Roboto" panose="02000000000000000000" pitchFamily="2" charset="0"/>
                <a:cs typeface="Arial" panose="020B0604020202020204" pitchFamily="34" charset="0"/>
              </a:rPr>
              <a:t>, your ability to detect problems and propose </a:t>
            </a:r>
            <a:r>
              <a:rPr lang="en-US" sz="1600" kern="0" dirty="0">
                <a:solidFill>
                  <a:schemeClr val="bg1"/>
                </a:solidFill>
                <a:highlight>
                  <a:srgbClr val="6785C1"/>
                </a:highlight>
                <a:latin typeface="Roboto" panose="02000000000000000000" pitchFamily="2" charset="0"/>
                <a:ea typeface="Roboto" panose="02000000000000000000" pitchFamily="2" charset="0"/>
                <a:cs typeface="Arial" panose="020B0604020202020204" pitchFamily="34" charset="0"/>
              </a:rPr>
              <a:t>solutions</a:t>
            </a:r>
            <a:r>
              <a:rPr lang="en-US" sz="1600" kern="0" dirty="0">
                <a:solidFill>
                  <a:schemeClr val="bg1"/>
                </a:solidFill>
                <a:latin typeface="Roboto" panose="02000000000000000000" pitchFamily="2" charset="0"/>
                <a:ea typeface="Roboto" panose="02000000000000000000" pitchFamily="2" charset="0"/>
                <a:cs typeface="Arial" panose="020B0604020202020204" pitchFamily="34" charset="0"/>
              </a:rPr>
              <a:t>, your communication skills, your discipline and your perseverance.</a:t>
            </a:r>
          </a:p>
          <a:p>
            <a:pPr marL="285750" indent="-285750" algn="just">
              <a:lnSpc>
                <a:spcPct val="150000"/>
              </a:lnSpc>
              <a:spcBef>
                <a:spcPts val="0"/>
              </a:spcBef>
              <a:buFont typeface="Arial" panose="020B0604020202020204" pitchFamily="34" charset="0"/>
              <a:buChar char="•"/>
              <a:defRPr/>
            </a:pPr>
            <a:r>
              <a:rPr lang="en-US" sz="1600" kern="0" dirty="0">
                <a:solidFill>
                  <a:schemeClr val="bg1"/>
                </a:solidFill>
                <a:latin typeface="Roboto" panose="02000000000000000000" pitchFamily="2" charset="0"/>
                <a:ea typeface="Roboto" panose="02000000000000000000" pitchFamily="2" charset="0"/>
                <a:cs typeface="Arial" panose="020B0604020202020204" pitchFamily="34" charset="0"/>
              </a:rPr>
              <a:t>They will develop </a:t>
            </a:r>
            <a:r>
              <a:rPr lang="en-US" sz="1600" kern="0" dirty="0">
                <a:solidFill>
                  <a:schemeClr val="bg1"/>
                </a:solidFill>
                <a:highlight>
                  <a:srgbClr val="6785C1"/>
                </a:highlight>
                <a:latin typeface="Roboto" panose="02000000000000000000" pitchFamily="2" charset="0"/>
                <a:ea typeface="Roboto" panose="02000000000000000000" pitchFamily="2" charset="0"/>
                <a:cs typeface="Arial" panose="020B0604020202020204" pitchFamily="34" charset="0"/>
              </a:rPr>
              <a:t>video games </a:t>
            </a:r>
            <a:r>
              <a:rPr lang="en-US" sz="1600" kern="0" dirty="0">
                <a:solidFill>
                  <a:schemeClr val="bg1"/>
                </a:solidFill>
                <a:latin typeface="Roboto" panose="02000000000000000000" pitchFamily="2" charset="0"/>
                <a:ea typeface="Roboto" panose="02000000000000000000" pitchFamily="2" charset="0"/>
                <a:cs typeface="Arial" panose="020B0604020202020204" pitchFamily="34" charset="0"/>
              </a:rPr>
              <a:t>and animations with Scratch.</a:t>
            </a:r>
          </a:p>
          <a:p>
            <a:pPr marL="285750" indent="-285750" algn="just">
              <a:lnSpc>
                <a:spcPct val="150000"/>
              </a:lnSpc>
              <a:spcBef>
                <a:spcPts val="0"/>
              </a:spcBef>
              <a:buFont typeface="Arial" panose="020B0604020202020204" pitchFamily="34" charset="0"/>
              <a:buChar char="•"/>
              <a:defRPr/>
            </a:pPr>
            <a:r>
              <a:rPr lang="en-US" sz="1600" kern="0" dirty="0">
                <a:solidFill>
                  <a:schemeClr val="bg1"/>
                </a:solidFill>
                <a:latin typeface="Roboto" panose="02000000000000000000" pitchFamily="2" charset="0"/>
                <a:ea typeface="Roboto" panose="02000000000000000000" pitchFamily="2" charset="0"/>
                <a:cs typeface="Arial" panose="020B0604020202020204" pitchFamily="34" charset="0"/>
              </a:rPr>
              <a:t>They will know the basic concepts of </a:t>
            </a:r>
            <a:r>
              <a:rPr lang="en-US" sz="1600" kern="0" dirty="0">
                <a:solidFill>
                  <a:schemeClr val="bg1"/>
                </a:solidFill>
                <a:highlight>
                  <a:srgbClr val="6785C1"/>
                </a:highlight>
                <a:latin typeface="Roboto" panose="02000000000000000000" pitchFamily="2" charset="0"/>
                <a:ea typeface="Roboto" panose="02000000000000000000" pitchFamily="2" charset="0"/>
                <a:cs typeface="Arial" panose="020B0604020202020204" pitchFamily="34" charset="0"/>
              </a:rPr>
              <a:t>Artificial Intelligence</a:t>
            </a:r>
            <a:r>
              <a:rPr lang="en-US" sz="1600" kern="0" dirty="0">
                <a:solidFill>
                  <a:schemeClr val="bg1"/>
                </a:solidFill>
                <a:latin typeface="Roboto" panose="02000000000000000000" pitchFamily="2" charset="0"/>
                <a:ea typeface="Roboto" panose="02000000000000000000" pitchFamily="2" charset="0"/>
                <a:cs typeface="Arial" panose="020B0604020202020204" pitchFamily="34" charset="0"/>
              </a:rPr>
              <a:t>.</a:t>
            </a:r>
          </a:p>
          <a:p>
            <a:pPr marL="285750" indent="-285750" algn="just">
              <a:lnSpc>
                <a:spcPct val="150000"/>
              </a:lnSpc>
              <a:spcBef>
                <a:spcPts val="0"/>
              </a:spcBef>
              <a:buFont typeface="Arial" panose="020B0604020202020204" pitchFamily="34" charset="0"/>
              <a:buChar char="•"/>
              <a:defRPr/>
            </a:pPr>
            <a:r>
              <a:rPr lang="en-US" sz="1600" kern="0" dirty="0">
                <a:solidFill>
                  <a:schemeClr val="bg1"/>
                </a:solidFill>
                <a:latin typeface="Roboto" panose="02000000000000000000" pitchFamily="2" charset="0"/>
                <a:ea typeface="Roboto" panose="02000000000000000000" pitchFamily="2" charset="0"/>
                <a:cs typeface="Arial" panose="020B0604020202020204" pitchFamily="34" charset="0"/>
              </a:rPr>
              <a:t>They will acquire </a:t>
            </a:r>
            <a:r>
              <a:rPr lang="en-US" sz="1600" kern="0" dirty="0">
                <a:solidFill>
                  <a:schemeClr val="bg1"/>
                </a:solidFill>
                <a:highlight>
                  <a:srgbClr val="6785C1"/>
                </a:highlight>
                <a:latin typeface="Roboto" panose="02000000000000000000" pitchFamily="2" charset="0"/>
                <a:ea typeface="Roboto" panose="02000000000000000000" pitchFamily="2" charset="0"/>
                <a:cs typeface="Arial" panose="020B0604020202020204" pitchFamily="34" charset="0"/>
              </a:rPr>
              <a:t>tools</a:t>
            </a:r>
            <a:r>
              <a:rPr lang="en-US" sz="1600" kern="0" dirty="0">
                <a:solidFill>
                  <a:schemeClr val="bg1"/>
                </a:solidFill>
                <a:latin typeface="Roboto" panose="02000000000000000000" pitchFamily="2" charset="0"/>
                <a:ea typeface="Roboto" panose="02000000000000000000" pitchFamily="2" charset="0"/>
                <a:cs typeface="Arial" panose="020B0604020202020204" pitchFamily="34" charset="0"/>
              </a:rPr>
              <a:t> that will be essential throughout their lives.</a:t>
            </a:r>
            <a:endParaRPr lang="es-ES" sz="1600" kern="0" dirty="0">
              <a:solidFill>
                <a:schemeClr val="bg1"/>
              </a:solidFill>
              <a:latin typeface="Roboto" panose="02000000000000000000" pitchFamily="2" charset="0"/>
              <a:ea typeface="Roboto" panose="02000000000000000000" pitchFamily="2" charset="0"/>
              <a:cs typeface="Arial" panose="020B0604020202020204" pitchFamily="34" charset="0"/>
            </a:endParaRPr>
          </a:p>
        </p:txBody>
      </p:sp>
      <p:pic>
        <p:nvPicPr>
          <p:cNvPr id="24" name="Imagen 23">
            <a:extLst>
              <a:ext uri="{FF2B5EF4-FFF2-40B4-BE49-F238E27FC236}">
                <a16:creationId xmlns:a16="http://schemas.microsoft.com/office/drawing/2014/main" id="{2F8F08D9-D8B4-607D-0EAB-6F477F96ADAD}"/>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8422" t="31433" r="8982" b="33003"/>
          <a:stretch/>
        </p:blipFill>
        <p:spPr>
          <a:xfrm>
            <a:off x="8878186" y="254374"/>
            <a:ext cx="3138284" cy="541633"/>
          </a:xfrm>
          <a:prstGeom prst="rect">
            <a:avLst/>
          </a:prstGeom>
        </p:spPr>
      </p:pic>
      <p:sp>
        <p:nvSpPr>
          <p:cNvPr id="26" name="CuadroTexto 25">
            <a:extLst>
              <a:ext uri="{FF2B5EF4-FFF2-40B4-BE49-F238E27FC236}">
                <a16:creationId xmlns:a16="http://schemas.microsoft.com/office/drawing/2014/main" id="{49F368B4-0CDD-2F07-D040-CF57571C1CA0}"/>
              </a:ext>
            </a:extLst>
          </p:cNvPr>
          <p:cNvSpPr txBox="1"/>
          <p:nvPr/>
        </p:nvSpPr>
        <p:spPr>
          <a:xfrm>
            <a:off x="8080325" y="1376222"/>
            <a:ext cx="3345288" cy="707886"/>
          </a:xfrm>
          <a:prstGeom prst="rect">
            <a:avLst/>
          </a:prstGeom>
          <a:noFill/>
        </p:spPr>
        <p:txBody>
          <a:bodyPr wrap="square">
            <a:spAutoFit/>
          </a:bodyPr>
          <a:lstStyle/>
          <a:p>
            <a:pPr algn="ctr"/>
            <a:r>
              <a:rPr lang="en-US" sz="2000" b="1" dirty="0">
                <a:solidFill>
                  <a:schemeClr val="bg1"/>
                </a:solidFill>
                <a:highlight>
                  <a:srgbClr val="0F1C50"/>
                </a:highlight>
                <a:latin typeface="Roboto" panose="02000000000000000000" pitchFamily="2" charset="0"/>
                <a:ea typeface="Roboto" panose="02000000000000000000" pitchFamily="2" charset="0"/>
                <a:cs typeface="Arial" panose="020B0604020202020204" pitchFamily="34" charset="0"/>
              </a:rPr>
              <a:t>This is what the Olympics are like:</a:t>
            </a:r>
            <a:endParaRPr lang="es-ES" sz="2000" b="1" dirty="0">
              <a:solidFill>
                <a:schemeClr val="bg1"/>
              </a:solidFill>
              <a:highlight>
                <a:srgbClr val="0F1C50"/>
              </a:highlight>
              <a:latin typeface="Roboto" panose="02000000000000000000" pitchFamily="2" charset="0"/>
              <a:ea typeface="Roboto" panose="02000000000000000000" pitchFamily="2" charset="0"/>
              <a:cs typeface="Arial" panose="020B0604020202020204" pitchFamily="34" charset="0"/>
            </a:endParaRPr>
          </a:p>
        </p:txBody>
      </p:sp>
      <p:pic>
        <p:nvPicPr>
          <p:cNvPr id="2" name="Imagen 1" descr="Icono&#10;&#10;Descripción generada automáticamente">
            <a:hlinkClick r:id="rId6"/>
            <a:extLst>
              <a:ext uri="{FF2B5EF4-FFF2-40B4-BE49-F238E27FC236}">
                <a16:creationId xmlns:a16="http://schemas.microsoft.com/office/drawing/2014/main" id="{99AE4328-B097-BF75-841B-AF82DDDE8F71}"/>
              </a:ext>
            </a:extLst>
          </p:cNvPr>
          <p:cNvPicPr>
            <a:picLocks noChangeAspect="1"/>
          </p:cNvPicPr>
          <p:nvPr/>
        </p:nvPicPr>
        <p:blipFill>
          <a:blip r:embed="rId7">
            <a:biLevel thresh="25000"/>
            <a:extLst>
              <a:ext uri="{28A0092B-C50C-407E-A947-70E740481C1C}">
                <a14:useLocalDpi xmlns:a14="http://schemas.microsoft.com/office/drawing/2010/main" val="0"/>
              </a:ext>
            </a:extLst>
          </a:blip>
          <a:stretch>
            <a:fillRect/>
          </a:stretch>
        </p:blipFill>
        <p:spPr>
          <a:xfrm>
            <a:off x="9226167" y="2204054"/>
            <a:ext cx="1053605" cy="1053605"/>
          </a:xfrm>
          <a:prstGeom prst="rect">
            <a:avLst/>
          </a:prstGeom>
        </p:spPr>
      </p:pic>
    </p:spTree>
    <p:extLst>
      <p:ext uri="{BB962C8B-B14F-4D97-AF65-F5344CB8AC3E}">
        <p14:creationId xmlns:p14="http://schemas.microsoft.com/office/powerpoint/2010/main" val="2877439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Imagen que contiene persona, viendo, gente, parado&#10;&#10;Descripción generada automáticamente">
            <a:extLst>
              <a:ext uri="{FF2B5EF4-FFF2-40B4-BE49-F238E27FC236}">
                <a16:creationId xmlns:a16="http://schemas.microsoft.com/office/drawing/2014/main" id="{9DFC2DB6-CBB0-F1F5-7D57-A77A99B014F3}"/>
              </a:ext>
            </a:extLst>
          </p:cNvPr>
          <p:cNvPicPr>
            <a:picLocks noChangeAspect="1"/>
          </p:cNvPicPr>
          <p:nvPr/>
        </p:nvPicPr>
        <p:blipFill rotWithShape="1">
          <a:blip r:embed="rId3" cstate="print">
            <a:alphaModFix amt="70000"/>
            <a:extLst>
              <a:ext uri="{28A0092B-C50C-407E-A947-70E740481C1C}">
                <a14:useLocalDpi xmlns:a14="http://schemas.microsoft.com/office/drawing/2010/main" val="0"/>
              </a:ext>
            </a:extLst>
          </a:blip>
          <a:srcRect b="15625"/>
          <a:stretch/>
        </p:blipFill>
        <p:spPr>
          <a:xfrm>
            <a:off x="0" y="0"/>
            <a:ext cx="12192000" cy="6858000"/>
          </a:xfrm>
          <a:prstGeom prst="rect">
            <a:avLst/>
          </a:prstGeom>
        </p:spPr>
      </p:pic>
      <p:sp>
        <p:nvSpPr>
          <p:cNvPr id="8" name="Rectángulo 7">
            <a:extLst>
              <a:ext uri="{FF2B5EF4-FFF2-40B4-BE49-F238E27FC236}">
                <a16:creationId xmlns:a16="http://schemas.microsoft.com/office/drawing/2014/main" id="{CE643621-5FF1-CD45-94EE-F821AC912FBA}"/>
              </a:ext>
            </a:extLst>
          </p:cNvPr>
          <p:cNvSpPr/>
          <p:nvPr/>
        </p:nvSpPr>
        <p:spPr>
          <a:xfrm>
            <a:off x="-8759" y="0"/>
            <a:ext cx="12215367" cy="6858000"/>
          </a:xfrm>
          <a:prstGeom prst="rect">
            <a:avLst/>
          </a:prstGeom>
          <a:solidFill>
            <a:srgbClr val="1E2D4A">
              <a:alpha val="4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Rectángulo 12">
            <a:extLst>
              <a:ext uri="{FF2B5EF4-FFF2-40B4-BE49-F238E27FC236}">
                <a16:creationId xmlns:a16="http://schemas.microsoft.com/office/drawing/2014/main" id="{B1DA700A-1246-D8D2-E2C9-43F7BC22584E}"/>
              </a:ext>
            </a:extLst>
          </p:cNvPr>
          <p:cNvSpPr/>
          <p:nvPr/>
        </p:nvSpPr>
        <p:spPr>
          <a:xfrm>
            <a:off x="0" y="4390455"/>
            <a:ext cx="12206608" cy="2488688"/>
          </a:xfrm>
          <a:prstGeom prst="rect">
            <a:avLst/>
          </a:prstGeom>
          <a:solidFill>
            <a:srgbClr val="FFFFFF">
              <a:alpha val="8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S" sz="1800" dirty="0">
              <a:solidFill>
                <a:schemeClr val="bg1"/>
              </a:solidFill>
            </a:endParaRPr>
          </a:p>
        </p:txBody>
      </p:sp>
      <p:sp>
        <p:nvSpPr>
          <p:cNvPr id="12" name="Rectángulo 11">
            <a:extLst>
              <a:ext uri="{FF2B5EF4-FFF2-40B4-BE49-F238E27FC236}">
                <a16:creationId xmlns:a16="http://schemas.microsoft.com/office/drawing/2014/main" id="{A681A13A-B3A1-5D34-A6B3-1D73E3A30895}"/>
              </a:ext>
            </a:extLst>
          </p:cNvPr>
          <p:cNvSpPr/>
          <p:nvPr/>
        </p:nvSpPr>
        <p:spPr>
          <a:xfrm>
            <a:off x="0" y="4398307"/>
            <a:ext cx="5669624" cy="687898"/>
          </a:xfrm>
          <a:prstGeom prst="rect">
            <a:avLst/>
          </a:prstGeom>
          <a:solidFill>
            <a:srgbClr val="6785C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Título 1">
            <a:extLst>
              <a:ext uri="{FF2B5EF4-FFF2-40B4-BE49-F238E27FC236}">
                <a16:creationId xmlns:a16="http://schemas.microsoft.com/office/drawing/2014/main" id="{FFBBDB23-A6A3-9C50-B41A-FC9A2DCB9975}"/>
              </a:ext>
            </a:extLst>
          </p:cNvPr>
          <p:cNvSpPr>
            <a:spLocks noGrp="1"/>
          </p:cNvSpPr>
          <p:nvPr>
            <p:ph type="title"/>
          </p:nvPr>
        </p:nvSpPr>
        <p:spPr>
          <a:xfrm>
            <a:off x="210977" y="4497336"/>
            <a:ext cx="5797163" cy="515619"/>
          </a:xfrm>
        </p:spPr>
        <p:txBody>
          <a:bodyPr>
            <a:normAutofit/>
          </a:bodyPr>
          <a:lstStyle/>
          <a:p>
            <a:r>
              <a:rPr lang="es-ES" sz="2000" b="1" dirty="0">
                <a:solidFill>
                  <a:schemeClr val="bg1"/>
                </a:solidFill>
                <a:latin typeface="Roboto Black" panose="02000000000000000000" pitchFamily="2" charset="0"/>
                <a:ea typeface="Roboto Black" panose="02000000000000000000" pitchFamily="2" charset="0"/>
                <a:cs typeface="Arial" panose="020B0604020202020204" pitchFamily="34" charset="0"/>
              </a:rPr>
              <a:t>MULTIPLIER IMPACT</a:t>
            </a:r>
            <a:endParaRPr lang="es-ES" sz="2000" dirty="0">
              <a:solidFill>
                <a:schemeClr val="bg1"/>
              </a:solidFill>
              <a:latin typeface="Roboto Black" panose="02000000000000000000" pitchFamily="2" charset="0"/>
              <a:ea typeface="Roboto Black" panose="02000000000000000000" pitchFamily="2" charset="0"/>
            </a:endParaRPr>
          </a:p>
        </p:txBody>
      </p:sp>
      <p:sp>
        <p:nvSpPr>
          <p:cNvPr id="19" name="Rectángulo 18">
            <a:extLst>
              <a:ext uri="{FF2B5EF4-FFF2-40B4-BE49-F238E27FC236}">
                <a16:creationId xmlns:a16="http://schemas.microsoft.com/office/drawing/2014/main" id="{3B4B9749-5FB2-BCF5-DA67-025B58BDDC7F}"/>
              </a:ext>
            </a:extLst>
          </p:cNvPr>
          <p:cNvSpPr/>
          <p:nvPr/>
        </p:nvSpPr>
        <p:spPr>
          <a:xfrm>
            <a:off x="-1" y="1044708"/>
            <a:ext cx="12192001" cy="3073859"/>
          </a:xfrm>
          <a:prstGeom prst="rect">
            <a:avLst/>
          </a:prstGeom>
          <a:solidFill>
            <a:srgbClr val="FFFFFF">
              <a:alpha val="8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S" b="1" dirty="0">
              <a:solidFill>
                <a:schemeClr val="bg1"/>
              </a:solidFill>
              <a:latin typeface="Roboto" panose="02000000000000000000" pitchFamily="2" charset="0"/>
              <a:ea typeface="Roboto" panose="02000000000000000000" pitchFamily="2" charset="0"/>
              <a:cs typeface="Arial" panose="020B0604020202020204" pitchFamily="34" charset="0"/>
            </a:endParaRPr>
          </a:p>
          <a:p>
            <a:endParaRPr lang="es-ES" b="1" dirty="0">
              <a:solidFill>
                <a:schemeClr val="bg1"/>
              </a:solidFill>
              <a:latin typeface="Roboto" panose="02000000000000000000" pitchFamily="2" charset="0"/>
              <a:ea typeface="Roboto" panose="02000000000000000000" pitchFamily="2" charset="0"/>
              <a:cs typeface="Arial" panose="020B0604020202020204" pitchFamily="34" charset="0"/>
            </a:endParaRPr>
          </a:p>
          <a:p>
            <a:endParaRPr lang="es-ES" b="1" dirty="0">
              <a:solidFill>
                <a:schemeClr val="bg1"/>
              </a:solidFill>
              <a:latin typeface="Roboto" panose="02000000000000000000" pitchFamily="2" charset="0"/>
              <a:ea typeface="Roboto" panose="02000000000000000000" pitchFamily="2" charset="0"/>
              <a:cs typeface="Arial" panose="020B0604020202020204" pitchFamily="34" charset="0"/>
            </a:endParaRPr>
          </a:p>
          <a:p>
            <a:endParaRPr lang="es-ES" b="1" dirty="0">
              <a:solidFill>
                <a:schemeClr val="bg1"/>
              </a:solidFill>
              <a:latin typeface="Roboto" panose="02000000000000000000" pitchFamily="2" charset="0"/>
              <a:ea typeface="Roboto" panose="02000000000000000000" pitchFamily="2" charset="0"/>
              <a:cs typeface="Arial" panose="020B0604020202020204" pitchFamily="34" charset="0"/>
            </a:endParaRPr>
          </a:p>
        </p:txBody>
      </p:sp>
      <p:sp>
        <p:nvSpPr>
          <p:cNvPr id="20" name="CuadroTexto 19">
            <a:extLst>
              <a:ext uri="{FF2B5EF4-FFF2-40B4-BE49-F238E27FC236}">
                <a16:creationId xmlns:a16="http://schemas.microsoft.com/office/drawing/2014/main" id="{E9EAF19B-D719-D3A3-34D5-DFB1CC75F796}"/>
              </a:ext>
            </a:extLst>
          </p:cNvPr>
          <p:cNvSpPr txBox="1"/>
          <p:nvPr/>
        </p:nvSpPr>
        <p:spPr>
          <a:xfrm>
            <a:off x="442145" y="1529344"/>
            <a:ext cx="10606855" cy="1077218"/>
          </a:xfrm>
          <a:prstGeom prst="rect">
            <a:avLst/>
          </a:prstGeom>
          <a:noFill/>
        </p:spPr>
        <p:txBody>
          <a:bodyPr wrap="square" rtlCol="0">
            <a:spAutoFit/>
          </a:bodyPr>
          <a:lstStyle/>
          <a:p>
            <a:r>
              <a:rPr lang="en-US"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Children and adolescents between </a:t>
            </a:r>
            <a:r>
              <a:rPr lang="en-US" dirty="0">
                <a:solidFill>
                  <a:schemeClr val="tx1">
                    <a:lumMod val="75000"/>
                    <a:lumOff val="25000"/>
                  </a:schemeClr>
                </a:solidFill>
                <a:highlight>
                  <a:srgbClr val="EBA900"/>
                </a:highlight>
                <a:latin typeface="Roboto" panose="02000000000000000000" pitchFamily="2" charset="0"/>
                <a:ea typeface="Roboto" panose="02000000000000000000" pitchFamily="2" charset="0"/>
                <a:cs typeface="Arial" panose="020B0604020202020204" pitchFamily="34" charset="0"/>
              </a:rPr>
              <a:t>7 and 16 years old</a:t>
            </a:r>
            <a:r>
              <a:rPr lang="en-US"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 The competition will be divided into two age segments:</a:t>
            </a:r>
            <a:endParaRPr lang="es-ES" sz="40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endParaRPr>
          </a:p>
          <a:p>
            <a:endParaRPr lang="es-ES" sz="140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endParaRPr>
          </a:p>
          <a:p>
            <a:endParaRPr lang="es-ES" sz="140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endParaRPr>
          </a:p>
        </p:txBody>
      </p:sp>
      <p:pic>
        <p:nvPicPr>
          <p:cNvPr id="21" name="Gráfico 20">
            <a:extLst>
              <a:ext uri="{FF2B5EF4-FFF2-40B4-BE49-F238E27FC236}">
                <a16:creationId xmlns:a16="http://schemas.microsoft.com/office/drawing/2014/main" id="{C166A549-F1AE-2231-B6D0-EF320477591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197156" y="2023979"/>
            <a:ext cx="2640635" cy="1472942"/>
          </a:xfrm>
          <a:prstGeom prst="rect">
            <a:avLst/>
          </a:prstGeom>
        </p:spPr>
      </p:pic>
      <p:sp>
        <p:nvSpPr>
          <p:cNvPr id="22" name="Rectángulo 21">
            <a:extLst>
              <a:ext uri="{FF2B5EF4-FFF2-40B4-BE49-F238E27FC236}">
                <a16:creationId xmlns:a16="http://schemas.microsoft.com/office/drawing/2014/main" id="{F6C96EB9-C76D-C8F6-B6EF-905F4DFFAEC6}"/>
              </a:ext>
            </a:extLst>
          </p:cNvPr>
          <p:cNvSpPr/>
          <p:nvPr/>
        </p:nvSpPr>
        <p:spPr>
          <a:xfrm>
            <a:off x="3438525" y="2136522"/>
            <a:ext cx="4333875" cy="697592"/>
          </a:xfrm>
          <a:prstGeom prst="rect">
            <a:avLst/>
          </a:prstGeom>
          <a:solidFill>
            <a:srgbClr val="00206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Roboto" panose="02000000000000000000" pitchFamily="2" charset="0"/>
                <a:ea typeface="Roboto" panose="02000000000000000000" pitchFamily="2" charset="0"/>
                <a:cs typeface="Roboto" panose="02000000000000000000" pitchFamily="2" charset="0"/>
              </a:rPr>
              <a:t>Primary: from 7 to 11/12 years, approx.</a:t>
            </a:r>
          </a:p>
          <a:p>
            <a:pPr algn="ctr"/>
            <a:r>
              <a:rPr lang="en-US" sz="1600" dirty="0">
                <a:latin typeface="Roboto" panose="02000000000000000000" pitchFamily="2" charset="0"/>
                <a:ea typeface="Roboto" panose="02000000000000000000" pitchFamily="2" charset="0"/>
                <a:cs typeface="Roboto" panose="02000000000000000000" pitchFamily="2" charset="0"/>
              </a:rPr>
              <a:t>Secondary: from 12 to 16 years, approx.</a:t>
            </a:r>
            <a:endParaRPr lang="es-ES" sz="1600" dirty="0"/>
          </a:p>
        </p:txBody>
      </p:sp>
      <p:sp>
        <p:nvSpPr>
          <p:cNvPr id="23" name="Rectángulo 22">
            <a:extLst>
              <a:ext uri="{FF2B5EF4-FFF2-40B4-BE49-F238E27FC236}">
                <a16:creationId xmlns:a16="http://schemas.microsoft.com/office/drawing/2014/main" id="{EFBF98B9-D859-F746-0EEE-30B32CBF4452}"/>
              </a:ext>
            </a:extLst>
          </p:cNvPr>
          <p:cNvSpPr/>
          <p:nvPr/>
        </p:nvSpPr>
        <p:spPr>
          <a:xfrm>
            <a:off x="411473" y="3323879"/>
            <a:ext cx="7617546" cy="935108"/>
          </a:xfrm>
          <a:prstGeom prst="rect">
            <a:avLst/>
          </a:prstGeom>
          <a:solidFill>
            <a:srgbClr val="EBA90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4" name="CuadroTexto 23">
            <a:extLst>
              <a:ext uri="{FF2B5EF4-FFF2-40B4-BE49-F238E27FC236}">
                <a16:creationId xmlns:a16="http://schemas.microsoft.com/office/drawing/2014/main" id="{E7D6A35D-9093-2B00-C041-1F942A1535B8}"/>
              </a:ext>
            </a:extLst>
          </p:cNvPr>
          <p:cNvSpPr txBox="1"/>
          <p:nvPr/>
        </p:nvSpPr>
        <p:spPr>
          <a:xfrm>
            <a:off x="685571" y="3403061"/>
            <a:ext cx="7086829" cy="707886"/>
          </a:xfrm>
          <a:prstGeom prst="rect">
            <a:avLst/>
          </a:prstGeom>
          <a:noFill/>
        </p:spPr>
        <p:txBody>
          <a:bodyPr wrap="square">
            <a:spAutoFit/>
          </a:bodyPr>
          <a:lstStyle/>
          <a:p>
            <a:pPr algn="ctr"/>
            <a:endParaRPr lang="es-ES" sz="400" dirty="0">
              <a:solidFill>
                <a:schemeClr val="bg2">
                  <a:lumMod val="50000"/>
                </a:schemeClr>
              </a:solidFill>
              <a:latin typeface="Roboto" panose="02000000000000000000" pitchFamily="2" charset="0"/>
              <a:ea typeface="Roboto" panose="02000000000000000000" pitchFamily="2" charset="0"/>
              <a:cs typeface="Arial" panose="020B0604020202020204" pitchFamily="34" charset="0"/>
            </a:endParaRPr>
          </a:p>
          <a:p>
            <a:pPr algn="ctr"/>
            <a:r>
              <a:rPr lang="en-US" dirty="0">
                <a:solidFill>
                  <a:schemeClr val="bg1"/>
                </a:solidFill>
                <a:latin typeface="Roboto" panose="02000000000000000000" pitchFamily="2" charset="0"/>
                <a:ea typeface="Roboto" panose="02000000000000000000" pitchFamily="2" charset="0"/>
                <a:cs typeface="Arial" panose="020B0604020202020204" pitchFamily="34" charset="0"/>
              </a:rPr>
              <a:t>The Olympics (platform, talks, content, videos, etc.) will be available in Spanish, English, Portuguese and Italian.</a:t>
            </a:r>
            <a:endParaRPr lang="es-ES" dirty="0">
              <a:solidFill>
                <a:schemeClr val="bg1"/>
              </a:solidFill>
              <a:latin typeface="Roboto" panose="02000000000000000000" pitchFamily="2" charset="0"/>
              <a:ea typeface="Roboto" panose="02000000000000000000" pitchFamily="2" charset="0"/>
              <a:cs typeface="Arial" panose="020B0604020202020204" pitchFamily="34" charset="0"/>
            </a:endParaRPr>
          </a:p>
        </p:txBody>
      </p:sp>
      <p:sp>
        <p:nvSpPr>
          <p:cNvPr id="9" name="Rectángulo 8">
            <a:extLst>
              <a:ext uri="{FF2B5EF4-FFF2-40B4-BE49-F238E27FC236}">
                <a16:creationId xmlns:a16="http://schemas.microsoft.com/office/drawing/2014/main" id="{C9519AD0-255B-4E3D-D23F-E41DAD4653DB}"/>
              </a:ext>
            </a:extLst>
          </p:cNvPr>
          <p:cNvSpPr/>
          <p:nvPr/>
        </p:nvSpPr>
        <p:spPr>
          <a:xfrm>
            <a:off x="-1" y="612396"/>
            <a:ext cx="5654181" cy="687898"/>
          </a:xfrm>
          <a:prstGeom prst="rect">
            <a:avLst/>
          </a:prstGeom>
          <a:solidFill>
            <a:srgbClr val="6785C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CuadroTexto 9">
            <a:extLst>
              <a:ext uri="{FF2B5EF4-FFF2-40B4-BE49-F238E27FC236}">
                <a16:creationId xmlns:a16="http://schemas.microsoft.com/office/drawing/2014/main" id="{6ED28C99-F6C0-C2A8-AA22-40CC3F55C417}"/>
              </a:ext>
            </a:extLst>
          </p:cNvPr>
          <p:cNvSpPr txBox="1"/>
          <p:nvPr/>
        </p:nvSpPr>
        <p:spPr>
          <a:xfrm>
            <a:off x="254552" y="772821"/>
            <a:ext cx="2047355" cy="400110"/>
          </a:xfrm>
          <a:prstGeom prst="rect">
            <a:avLst/>
          </a:prstGeom>
          <a:noFill/>
        </p:spPr>
        <p:txBody>
          <a:bodyPr wrap="none" rtlCol="0">
            <a:spAutoFit/>
          </a:bodyPr>
          <a:lstStyle/>
          <a:p>
            <a:r>
              <a:rPr lang="en-US" sz="2000" b="1" dirty="0">
                <a:solidFill>
                  <a:schemeClr val="bg1"/>
                </a:solidFill>
                <a:latin typeface="Roboto Black" panose="02000000000000000000" pitchFamily="2" charset="0"/>
                <a:ea typeface="Roboto Black" panose="02000000000000000000" pitchFamily="2" charset="0"/>
              </a:rPr>
              <a:t>WHO IS IT FOR?</a:t>
            </a:r>
            <a:endParaRPr lang="es-ES" sz="2000" b="1" dirty="0">
              <a:solidFill>
                <a:schemeClr val="bg1"/>
              </a:solidFill>
              <a:latin typeface="Roboto Black" panose="02000000000000000000" pitchFamily="2" charset="0"/>
              <a:ea typeface="Roboto Black" panose="02000000000000000000" pitchFamily="2" charset="0"/>
            </a:endParaRPr>
          </a:p>
        </p:txBody>
      </p:sp>
      <p:sp>
        <p:nvSpPr>
          <p:cNvPr id="4" name="CuadroTexto 3">
            <a:extLst>
              <a:ext uri="{FF2B5EF4-FFF2-40B4-BE49-F238E27FC236}">
                <a16:creationId xmlns:a16="http://schemas.microsoft.com/office/drawing/2014/main" id="{9FC97D6C-E399-659B-D7F5-0D3171E25CE2}"/>
              </a:ext>
            </a:extLst>
          </p:cNvPr>
          <p:cNvSpPr txBox="1"/>
          <p:nvPr/>
        </p:nvSpPr>
        <p:spPr>
          <a:xfrm>
            <a:off x="8726557" y="3545520"/>
            <a:ext cx="3396333" cy="461665"/>
          </a:xfrm>
          <a:prstGeom prst="rect">
            <a:avLst/>
          </a:prstGeom>
          <a:noFill/>
        </p:spPr>
        <p:txBody>
          <a:bodyPr wrap="square">
            <a:spAutoFit/>
          </a:bodyPr>
          <a:lstStyle/>
          <a:p>
            <a:pPr algn="ctr"/>
            <a:r>
              <a:rPr lang="en-US" sz="120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Children from 13 countries will be participating simultaneously in the competition</a:t>
            </a:r>
            <a:endParaRPr lang="es-ES" sz="120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endParaRPr>
          </a:p>
        </p:txBody>
      </p:sp>
      <p:pic>
        <p:nvPicPr>
          <p:cNvPr id="6" name="Imagen 5" descr="Imagen que contiene Logotipo&#10;&#10;Descripción generada automáticamente">
            <a:extLst>
              <a:ext uri="{FF2B5EF4-FFF2-40B4-BE49-F238E27FC236}">
                <a16:creationId xmlns:a16="http://schemas.microsoft.com/office/drawing/2014/main" id="{A2E05D83-5BEC-7C00-1C19-1A219FDE400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566244" y="-218366"/>
            <a:ext cx="3625756" cy="1453353"/>
          </a:xfrm>
          <a:prstGeom prst="rect">
            <a:avLst/>
          </a:prstGeom>
        </p:spPr>
      </p:pic>
      <p:sp>
        <p:nvSpPr>
          <p:cNvPr id="2" name="CuadroTexto 1">
            <a:extLst>
              <a:ext uri="{FF2B5EF4-FFF2-40B4-BE49-F238E27FC236}">
                <a16:creationId xmlns:a16="http://schemas.microsoft.com/office/drawing/2014/main" id="{5BBD73BB-6977-F8B9-D52C-EA120A3EB3CA}"/>
              </a:ext>
            </a:extLst>
          </p:cNvPr>
          <p:cNvSpPr txBox="1"/>
          <p:nvPr/>
        </p:nvSpPr>
        <p:spPr>
          <a:xfrm>
            <a:off x="685571" y="5158941"/>
            <a:ext cx="11458249" cy="584775"/>
          </a:xfrm>
          <a:prstGeom prst="rect">
            <a:avLst/>
          </a:prstGeom>
          <a:noFill/>
        </p:spPr>
        <p:txBody>
          <a:bodyPr wrap="square">
            <a:spAutoFit/>
          </a:bodyPr>
          <a:lstStyle/>
          <a:p>
            <a:r>
              <a:rPr lang="es-ES" sz="1600" dirty="0" err="1">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Olympics</a:t>
            </a:r>
            <a:r>
              <a:rPr lang="es-ES" sz="160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 </a:t>
            </a:r>
            <a:r>
              <a:rPr lang="en-US" sz="160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include </a:t>
            </a:r>
            <a:r>
              <a:rPr lang="es-ES" sz="160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 </a:t>
            </a:r>
            <a:r>
              <a:rPr lang="en-US" sz="1600" b="1" dirty="0">
                <a:solidFill>
                  <a:schemeClr val="bg1"/>
                </a:solidFill>
                <a:highlight>
                  <a:srgbClr val="EBA900"/>
                </a:highlight>
                <a:latin typeface="Roboto" panose="02000000000000000000" pitchFamily="2" charset="0"/>
                <a:ea typeface="Roboto" panose="02000000000000000000" pitchFamily="2" charset="0"/>
                <a:cs typeface="Arial" panose="020B0604020202020204" pitchFamily="34" charset="0"/>
              </a:rPr>
              <a:t>two online sessions for trainers </a:t>
            </a:r>
            <a:r>
              <a:rPr lang="en-US" sz="160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 so that they can actively support the children and replicate the information and workshops in a sustainable and autonomous way.</a:t>
            </a:r>
            <a:endParaRPr lang="es-ES" sz="160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endParaRPr>
          </a:p>
        </p:txBody>
      </p:sp>
      <p:sp>
        <p:nvSpPr>
          <p:cNvPr id="7" name="Rectángulo 6">
            <a:extLst>
              <a:ext uri="{FF2B5EF4-FFF2-40B4-BE49-F238E27FC236}">
                <a16:creationId xmlns:a16="http://schemas.microsoft.com/office/drawing/2014/main" id="{17B21A62-2EB8-F278-11EA-BBC3604ECCED}"/>
              </a:ext>
            </a:extLst>
          </p:cNvPr>
          <p:cNvSpPr/>
          <p:nvPr/>
        </p:nvSpPr>
        <p:spPr>
          <a:xfrm>
            <a:off x="1646131" y="5818454"/>
            <a:ext cx="4395538" cy="988810"/>
          </a:xfrm>
          <a:prstGeom prst="rect">
            <a:avLst/>
          </a:prstGeom>
          <a:solidFill>
            <a:srgbClr val="00206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highlight>
                  <a:srgbClr val="6785C1"/>
                </a:highlight>
                <a:latin typeface="Roboto" panose="02000000000000000000" pitchFamily="2" charset="0"/>
                <a:ea typeface="Roboto" panose="02000000000000000000" pitchFamily="2" charset="0"/>
                <a:cs typeface="Roboto" panose="02000000000000000000" pitchFamily="2" charset="0"/>
              </a:rPr>
              <a:t>BRIEFING SESSION </a:t>
            </a:r>
          </a:p>
          <a:p>
            <a:pPr algn="ctr"/>
            <a:r>
              <a:rPr lang="en-US" sz="1400" dirty="0">
                <a:latin typeface="Roboto" panose="02000000000000000000" pitchFamily="2" charset="0"/>
                <a:ea typeface="Roboto" panose="02000000000000000000" pitchFamily="2" charset="0"/>
                <a:cs typeface="Roboto" panose="02000000000000000000" pitchFamily="2" charset="0"/>
              </a:rPr>
              <a:t>Registration process on the platform, etc.</a:t>
            </a:r>
          </a:p>
          <a:p>
            <a:pPr algn="ctr"/>
            <a:r>
              <a:rPr lang="en-US" sz="1400" b="1" dirty="0">
                <a:highlight>
                  <a:srgbClr val="6785C1"/>
                </a:highlight>
                <a:latin typeface="Roboto" panose="02000000000000000000" pitchFamily="2" charset="0"/>
                <a:ea typeface="Roboto" panose="02000000000000000000" pitchFamily="2" charset="0"/>
                <a:cs typeface="Roboto" panose="02000000000000000000" pitchFamily="2" charset="0"/>
              </a:rPr>
              <a:t>February 26th</a:t>
            </a:r>
          </a:p>
          <a:p>
            <a:pPr algn="ctr"/>
            <a:r>
              <a:rPr lang="en-US" sz="1400" dirty="0">
                <a:latin typeface="Roboto" panose="02000000000000000000" pitchFamily="2" charset="0"/>
                <a:ea typeface="Roboto" panose="02000000000000000000" pitchFamily="2" charset="0"/>
                <a:cs typeface="Roboto" panose="02000000000000000000" pitchFamily="2" charset="0"/>
              </a:rPr>
              <a:t>17:30 to 18:30</a:t>
            </a:r>
            <a:endParaRPr lang="es-ES" sz="1400" dirty="0"/>
          </a:p>
        </p:txBody>
      </p:sp>
      <p:sp>
        <p:nvSpPr>
          <p:cNvPr id="14" name="Rectángulo 13">
            <a:extLst>
              <a:ext uri="{FF2B5EF4-FFF2-40B4-BE49-F238E27FC236}">
                <a16:creationId xmlns:a16="http://schemas.microsoft.com/office/drawing/2014/main" id="{A9B61425-F9F5-4125-AE70-13B98B309D1E}"/>
              </a:ext>
            </a:extLst>
          </p:cNvPr>
          <p:cNvSpPr/>
          <p:nvPr/>
        </p:nvSpPr>
        <p:spPr>
          <a:xfrm>
            <a:off x="6513094" y="5852752"/>
            <a:ext cx="4395538" cy="988810"/>
          </a:xfrm>
          <a:prstGeom prst="rect">
            <a:avLst/>
          </a:prstGeom>
          <a:solidFill>
            <a:srgbClr val="00206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highlight>
                  <a:srgbClr val="6785C1"/>
                </a:highlight>
                <a:latin typeface="Roboto" panose="02000000000000000000" pitchFamily="2" charset="0"/>
                <a:ea typeface="Roboto" panose="02000000000000000000" pitchFamily="2" charset="0"/>
                <a:cs typeface="Roboto" panose="02000000000000000000" pitchFamily="2" charset="0"/>
              </a:rPr>
              <a:t>TRAINING SESSION (</a:t>
            </a:r>
            <a:r>
              <a:rPr lang="en-US" sz="1400" b="1" dirty="0">
                <a:solidFill>
                  <a:srgbClr val="FFC000"/>
                </a:solidFill>
                <a:highlight>
                  <a:srgbClr val="6785C1"/>
                </a:highlight>
                <a:latin typeface="Roboto" panose="02000000000000000000" pitchFamily="2" charset="0"/>
                <a:ea typeface="Roboto" panose="02000000000000000000" pitchFamily="2" charset="0"/>
                <a:cs typeface="Roboto" panose="02000000000000000000" pitchFamily="2" charset="0"/>
              </a:rPr>
              <a:t>Optional</a:t>
            </a:r>
            <a:r>
              <a:rPr lang="en-US" sz="1400" b="1" dirty="0">
                <a:highlight>
                  <a:srgbClr val="6785C1"/>
                </a:highlight>
                <a:latin typeface="Roboto" panose="02000000000000000000" pitchFamily="2" charset="0"/>
                <a:ea typeface="Roboto" panose="02000000000000000000" pitchFamily="2" charset="0"/>
                <a:cs typeface="Roboto" panose="02000000000000000000" pitchFamily="2" charset="0"/>
              </a:rPr>
              <a:t>)</a:t>
            </a:r>
          </a:p>
          <a:p>
            <a:pPr algn="ctr"/>
            <a:r>
              <a:rPr lang="en-US" sz="1400" dirty="0">
                <a:latin typeface="Roboto" panose="02000000000000000000" pitchFamily="2" charset="0"/>
                <a:ea typeface="Roboto" panose="02000000000000000000" pitchFamily="2" charset="0"/>
                <a:cs typeface="Roboto" panose="02000000000000000000" pitchFamily="2" charset="0"/>
              </a:rPr>
              <a:t>Basic training in computational thinking and Scratch</a:t>
            </a:r>
          </a:p>
          <a:p>
            <a:pPr algn="ctr"/>
            <a:r>
              <a:rPr lang="en-US" sz="1400" b="1" dirty="0">
                <a:highlight>
                  <a:srgbClr val="6785C1"/>
                </a:highlight>
                <a:latin typeface="Roboto" panose="02000000000000000000" pitchFamily="2" charset="0"/>
                <a:ea typeface="Roboto" panose="02000000000000000000" pitchFamily="2" charset="0"/>
                <a:cs typeface="Roboto" panose="02000000000000000000" pitchFamily="2" charset="0"/>
              </a:rPr>
              <a:t>March 21th</a:t>
            </a:r>
          </a:p>
          <a:p>
            <a:pPr algn="ctr"/>
            <a:r>
              <a:rPr lang="en-US" sz="1400" dirty="0">
                <a:latin typeface="Roboto" panose="02000000000000000000" pitchFamily="2" charset="0"/>
                <a:ea typeface="Roboto" panose="02000000000000000000" pitchFamily="2" charset="0"/>
                <a:cs typeface="Roboto" panose="02000000000000000000" pitchFamily="2" charset="0"/>
              </a:rPr>
              <a:t>17:00 to 18:30</a:t>
            </a:r>
            <a:endParaRPr lang="es-ES" sz="140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6148381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Un joven usando una computadora&#10;&#10;Descripción generada automáticamente con confianza media">
            <a:extLst>
              <a:ext uri="{FF2B5EF4-FFF2-40B4-BE49-F238E27FC236}">
                <a16:creationId xmlns:a16="http://schemas.microsoft.com/office/drawing/2014/main" id="{0954F1F9-537B-A073-9D79-EFFF83A53B4F}"/>
              </a:ext>
            </a:extLst>
          </p:cNvPr>
          <p:cNvPicPr>
            <a:picLocks noChangeAspect="1"/>
          </p:cNvPicPr>
          <p:nvPr/>
        </p:nvPicPr>
        <p:blipFill rotWithShape="1">
          <a:blip r:embed="rId2" cstate="print">
            <a:alphaModFix amt="70000"/>
            <a:extLst>
              <a:ext uri="{28A0092B-C50C-407E-A947-70E740481C1C}">
                <a14:useLocalDpi xmlns:a14="http://schemas.microsoft.com/office/drawing/2010/main" val="0"/>
              </a:ext>
            </a:extLst>
          </a:blip>
          <a:srcRect t="10140" r="3397" b="7830"/>
          <a:stretch/>
        </p:blipFill>
        <p:spPr>
          <a:xfrm>
            <a:off x="1" y="0"/>
            <a:ext cx="12192000" cy="6858000"/>
          </a:xfrm>
          <a:prstGeom prst="rect">
            <a:avLst/>
          </a:prstGeom>
        </p:spPr>
      </p:pic>
      <p:sp>
        <p:nvSpPr>
          <p:cNvPr id="6" name="Rectángulo 5">
            <a:extLst>
              <a:ext uri="{FF2B5EF4-FFF2-40B4-BE49-F238E27FC236}">
                <a16:creationId xmlns:a16="http://schemas.microsoft.com/office/drawing/2014/main" id="{972C755E-382D-53A7-213E-0E92A85F7F9B}"/>
              </a:ext>
            </a:extLst>
          </p:cNvPr>
          <p:cNvSpPr/>
          <p:nvPr/>
        </p:nvSpPr>
        <p:spPr>
          <a:xfrm>
            <a:off x="0" y="-14674"/>
            <a:ext cx="12192000" cy="6887348"/>
          </a:xfrm>
          <a:prstGeom prst="rect">
            <a:avLst/>
          </a:prstGeom>
          <a:solidFill>
            <a:srgbClr val="6785C1">
              <a:alpha val="6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7">
            <a:extLst>
              <a:ext uri="{FF2B5EF4-FFF2-40B4-BE49-F238E27FC236}">
                <a16:creationId xmlns:a16="http://schemas.microsoft.com/office/drawing/2014/main" id="{F51BA3D1-40A3-83A7-BA17-820D9EA39D79}"/>
              </a:ext>
            </a:extLst>
          </p:cNvPr>
          <p:cNvSpPr/>
          <p:nvPr/>
        </p:nvSpPr>
        <p:spPr>
          <a:xfrm>
            <a:off x="-2" y="-14674"/>
            <a:ext cx="12191999" cy="6887348"/>
          </a:xfrm>
          <a:prstGeom prst="rect">
            <a:avLst/>
          </a:prstGeom>
          <a:solidFill>
            <a:srgbClr val="FFFFF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S" b="1" dirty="0">
              <a:solidFill>
                <a:schemeClr val="bg1"/>
              </a:solidFill>
              <a:latin typeface="Roboto" panose="02000000000000000000" pitchFamily="2" charset="0"/>
              <a:ea typeface="Roboto" panose="02000000000000000000" pitchFamily="2" charset="0"/>
              <a:cs typeface="Arial" panose="020B0604020202020204" pitchFamily="34" charset="0"/>
            </a:endParaRPr>
          </a:p>
          <a:p>
            <a:endParaRPr lang="es-ES" b="1" dirty="0">
              <a:solidFill>
                <a:schemeClr val="bg1"/>
              </a:solidFill>
              <a:latin typeface="Roboto" panose="02000000000000000000" pitchFamily="2" charset="0"/>
              <a:ea typeface="Roboto" panose="02000000000000000000" pitchFamily="2" charset="0"/>
              <a:cs typeface="Arial" panose="020B0604020202020204" pitchFamily="34" charset="0"/>
            </a:endParaRPr>
          </a:p>
          <a:p>
            <a:endParaRPr lang="es-ES" b="1" dirty="0">
              <a:solidFill>
                <a:schemeClr val="bg1"/>
              </a:solidFill>
              <a:latin typeface="Roboto" panose="02000000000000000000" pitchFamily="2" charset="0"/>
              <a:ea typeface="Roboto" panose="02000000000000000000" pitchFamily="2" charset="0"/>
              <a:cs typeface="Arial" panose="020B0604020202020204" pitchFamily="34" charset="0"/>
            </a:endParaRPr>
          </a:p>
          <a:p>
            <a:endParaRPr lang="es-ES" b="1" dirty="0">
              <a:solidFill>
                <a:schemeClr val="bg1"/>
              </a:solidFill>
              <a:latin typeface="Roboto" panose="02000000000000000000" pitchFamily="2" charset="0"/>
              <a:ea typeface="Roboto" panose="02000000000000000000" pitchFamily="2" charset="0"/>
              <a:cs typeface="Arial" panose="020B0604020202020204" pitchFamily="34" charset="0"/>
            </a:endParaRPr>
          </a:p>
        </p:txBody>
      </p:sp>
      <p:pic>
        <p:nvPicPr>
          <p:cNvPr id="9" name="Imagen 8" descr="Texto&#10;&#10;Descripción generada automáticamente">
            <a:extLst>
              <a:ext uri="{FF2B5EF4-FFF2-40B4-BE49-F238E27FC236}">
                <a16:creationId xmlns:a16="http://schemas.microsoft.com/office/drawing/2014/main" id="{C5DCC977-B378-DE1F-7A32-3B1DB126B5C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74295" y="-44578"/>
            <a:ext cx="2807032" cy="1125174"/>
          </a:xfrm>
          <a:prstGeom prst="rect">
            <a:avLst/>
          </a:prstGeom>
        </p:spPr>
      </p:pic>
      <p:sp>
        <p:nvSpPr>
          <p:cNvPr id="18" name="Rectángulo 17">
            <a:extLst>
              <a:ext uri="{FF2B5EF4-FFF2-40B4-BE49-F238E27FC236}">
                <a16:creationId xmlns:a16="http://schemas.microsoft.com/office/drawing/2014/main" id="{5F8B7007-A181-A068-3A5D-2C8219FE42F9}"/>
              </a:ext>
            </a:extLst>
          </p:cNvPr>
          <p:cNvSpPr/>
          <p:nvPr/>
        </p:nvSpPr>
        <p:spPr>
          <a:xfrm>
            <a:off x="59382" y="5371547"/>
            <a:ext cx="11922949" cy="948880"/>
          </a:xfrm>
          <a:prstGeom prst="rect">
            <a:avLst/>
          </a:prstGeom>
          <a:solidFill>
            <a:srgbClr val="00206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CuadroTexto 18">
            <a:extLst>
              <a:ext uri="{FF2B5EF4-FFF2-40B4-BE49-F238E27FC236}">
                <a16:creationId xmlns:a16="http://schemas.microsoft.com/office/drawing/2014/main" id="{53B5FC81-79D1-06F5-3BB5-A1F8C3B64C5C}"/>
              </a:ext>
            </a:extLst>
          </p:cNvPr>
          <p:cNvSpPr txBox="1"/>
          <p:nvPr/>
        </p:nvSpPr>
        <p:spPr>
          <a:xfrm>
            <a:off x="355464" y="1579467"/>
            <a:ext cx="6692450" cy="3046988"/>
          </a:xfrm>
          <a:prstGeom prst="rect">
            <a:avLst/>
          </a:prstGeom>
          <a:noFill/>
        </p:spPr>
        <p:txBody>
          <a:bodyPr wrap="square" rtlCol="0">
            <a:spAutoFit/>
          </a:bodyPr>
          <a:lstStyle/>
          <a:p>
            <a:pPr marL="285750" indent="-285750" algn="just">
              <a:buFont typeface="Arial" panose="020B0604020202020204" pitchFamily="34" charset="0"/>
              <a:buChar char="•"/>
            </a:pPr>
            <a:r>
              <a:rPr lang="en-US" sz="160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The Olympics are developed through a </a:t>
            </a:r>
            <a:r>
              <a:rPr lang="en-US" sz="1600" dirty="0">
                <a:solidFill>
                  <a:schemeClr val="tx1">
                    <a:lumMod val="75000"/>
                    <a:lumOff val="25000"/>
                  </a:schemeClr>
                </a:solidFill>
                <a:highlight>
                  <a:srgbClr val="EBA900"/>
                </a:highlight>
                <a:latin typeface="Roboto" panose="02000000000000000000" pitchFamily="2" charset="0"/>
                <a:ea typeface="Roboto" panose="02000000000000000000" pitchFamily="2" charset="0"/>
                <a:cs typeface="Arial" panose="020B0604020202020204" pitchFamily="34" charset="0"/>
              </a:rPr>
              <a:t>platform</a:t>
            </a:r>
            <a:r>
              <a:rPr lang="en-US" sz="160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 divided into 10 modules.</a:t>
            </a:r>
          </a:p>
          <a:p>
            <a:pPr marL="285750" indent="-285750" algn="just">
              <a:buFont typeface="Arial" panose="020B0604020202020204" pitchFamily="34" charset="0"/>
              <a:buChar char="•"/>
            </a:pPr>
            <a:endParaRPr lang="en-US" sz="160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endParaRPr>
          </a:p>
          <a:p>
            <a:pPr marL="285750" indent="-285750" algn="just">
              <a:buFont typeface="Arial" panose="020B0604020202020204" pitchFamily="34" charset="0"/>
              <a:buChar char="•"/>
            </a:pPr>
            <a:r>
              <a:rPr lang="en-US" sz="160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In each module, participants will find </a:t>
            </a:r>
            <a:r>
              <a:rPr lang="en-US" sz="1600" dirty="0">
                <a:solidFill>
                  <a:schemeClr val="tx1">
                    <a:lumMod val="75000"/>
                    <a:lumOff val="25000"/>
                  </a:schemeClr>
                </a:solidFill>
                <a:highlight>
                  <a:srgbClr val="EBA900"/>
                </a:highlight>
                <a:latin typeface="Roboto" panose="02000000000000000000" pitchFamily="2" charset="0"/>
                <a:ea typeface="Roboto" panose="02000000000000000000" pitchFamily="2" charset="0"/>
                <a:cs typeface="Arial" panose="020B0604020202020204" pitchFamily="34" charset="0"/>
              </a:rPr>
              <a:t>fun-training videos </a:t>
            </a:r>
            <a:r>
              <a:rPr lang="en-US" sz="160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and </a:t>
            </a:r>
            <a:r>
              <a:rPr lang="en-US" sz="1600" dirty="0">
                <a:solidFill>
                  <a:schemeClr val="tx1">
                    <a:lumMod val="75000"/>
                    <a:lumOff val="25000"/>
                  </a:schemeClr>
                </a:solidFill>
                <a:highlight>
                  <a:srgbClr val="EBA900"/>
                </a:highlight>
                <a:latin typeface="Roboto" panose="02000000000000000000" pitchFamily="2" charset="0"/>
                <a:ea typeface="Roboto" panose="02000000000000000000" pitchFamily="2" charset="0"/>
                <a:cs typeface="Arial" panose="020B0604020202020204" pitchFamily="34" charset="0"/>
              </a:rPr>
              <a:t>challenges</a:t>
            </a:r>
            <a:r>
              <a:rPr lang="en-US" sz="160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 so that they can develop their creativity and test what they have learned.</a:t>
            </a:r>
          </a:p>
          <a:p>
            <a:pPr marL="285750" indent="-285750" algn="just">
              <a:buFont typeface="Arial" panose="020B0604020202020204" pitchFamily="34" charset="0"/>
              <a:buChar char="•"/>
            </a:pPr>
            <a:endParaRPr lang="en-US" sz="160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endParaRPr>
          </a:p>
          <a:p>
            <a:pPr marL="285750" indent="-285750" algn="just">
              <a:buFont typeface="Arial" panose="020B0604020202020204" pitchFamily="34" charset="0"/>
              <a:buChar char="•"/>
            </a:pPr>
            <a:r>
              <a:rPr lang="en-US" sz="160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With each completed module you will accumulate “</a:t>
            </a:r>
            <a:r>
              <a:rPr lang="en-US" sz="1600" dirty="0">
                <a:solidFill>
                  <a:schemeClr val="tx1">
                    <a:lumMod val="75000"/>
                    <a:lumOff val="25000"/>
                  </a:schemeClr>
                </a:solidFill>
                <a:highlight>
                  <a:srgbClr val="EBA900"/>
                </a:highlight>
                <a:latin typeface="Roboto" panose="02000000000000000000" pitchFamily="2" charset="0"/>
                <a:ea typeface="Roboto" panose="02000000000000000000" pitchFamily="2" charset="0"/>
                <a:cs typeface="Arial" panose="020B0604020202020204" pitchFamily="34" charset="0"/>
              </a:rPr>
              <a:t>keys</a:t>
            </a:r>
            <a:r>
              <a:rPr lang="en-US" sz="160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 (points) that, like technology, will allow you to open new doors.</a:t>
            </a:r>
          </a:p>
          <a:p>
            <a:pPr marL="285750" indent="-285750" algn="just">
              <a:buFont typeface="Arial" panose="020B0604020202020204" pitchFamily="34" charset="0"/>
              <a:buChar char="•"/>
            </a:pPr>
            <a:endParaRPr lang="en-US" sz="160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endParaRPr>
          </a:p>
          <a:p>
            <a:pPr marL="285750" indent="-285750" algn="just">
              <a:buFont typeface="Arial" panose="020B0604020202020204" pitchFamily="34" charset="0"/>
              <a:buChar char="•"/>
            </a:pPr>
            <a:r>
              <a:rPr lang="en-US" sz="160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Depending on the number of keys acquired, they will be classified into various categories for the grand </a:t>
            </a:r>
            <a:r>
              <a:rPr lang="en-US" sz="1600" dirty="0">
                <a:solidFill>
                  <a:schemeClr val="tx1">
                    <a:lumMod val="75000"/>
                    <a:lumOff val="25000"/>
                  </a:schemeClr>
                </a:solidFill>
                <a:highlight>
                  <a:srgbClr val="EBA900"/>
                </a:highlight>
                <a:latin typeface="Roboto" panose="02000000000000000000" pitchFamily="2" charset="0"/>
                <a:ea typeface="Roboto" panose="02000000000000000000" pitchFamily="2" charset="0"/>
                <a:cs typeface="Arial" panose="020B0604020202020204" pitchFamily="34" charset="0"/>
              </a:rPr>
              <a:t>final competition</a:t>
            </a:r>
            <a:r>
              <a:rPr lang="en-US" sz="160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a:t>
            </a:r>
            <a:endParaRPr lang="en-US" sz="1600" b="1"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endParaRPr>
          </a:p>
        </p:txBody>
      </p:sp>
      <p:sp>
        <p:nvSpPr>
          <p:cNvPr id="21" name="Rectángulo 20">
            <a:extLst>
              <a:ext uri="{FF2B5EF4-FFF2-40B4-BE49-F238E27FC236}">
                <a16:creationId xmlns:a16="http://schemas.microsoft.com/office/drawing/2014/main" id="{94059125-68FC-A099-6458-5DE1EEA861CE}"/>
              </a:ext>
            </a:extLst>
          </p:cNvPr>
          <p:cNvSpPr/>
          <p:nvPr/>
        </p:nvSpPr>
        <p:spPr>
          <a:xfrm>
            <a:off x="-1" y="501356"/>
            <a:ext cx="5654181" cy="687898"/>
          </a:xfrm>
          <a:prstGeom prst="rect">
            <a:avLst/>
          </a:prstGeom>
          <a:solidFill>
            <a:srgbClr val="00206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CuadroTexto 21">
            <a:extLst>
              <a:ext uri="{FF2B5EF4-FFF2-40B4-BE49-F238E27FC236}">
                <a16:creationId xmlns:a16="http://schemas.microsoft.com/office/drawing/2014/main" id="{3D766E7D-DDCF-138B-FC5D-5BC96FE70143}"/>
              </a:ext>
            </a:extLst>
          </p:cNvPr>
          <p:cNvSpPr txBox="1"/>
          <p:nvPr/>
        </p:nvSpPr>
        <p:spPr>
          <a:xfrm>
            <a:off x="442145" y="650706"/>
            <a:ext cx="2064989" cy="400110"/>
          </a:xfrm>
          <a:prstGeom prst="rect">
            <a:avLst/>
          </a:prstGeom>
          <a:noFill/>
        </p:spPr>
        <p:txBody>
          <a:bodyPr wrap="none" rtlCol="0">
            <a:spAutoFit/>
          </a:bodyPr>
          <a:lstStyle/>
          <a:p>
            <a:r>
              <a:rPr lang="es-ES" sz="2000" b="1" dirty="0">
                <a:solidFill>
                  <a:schemeClr val="bg1"/>
                </a:solidFill>
                <a:latin typeface="Roboto Black" panose="02000000000000000000" pitchFamily="2" charset="0"/>
                <a:ea typeface="Roboto Black" panose="02000000000000000000" pitchFamily="2" charset="0"/>
              </a:rPr>
              <a:t>METHODOLOGY</a:t>
            </a:r>
          </a:p>
        </p:txBody>
      </p:sp>
      <p:sp>
        <p:nvSpPr>
          <p:cNvPr id="27" name="CuadroTexto 26">
            <a:extLst>
              <a:ext uri="{FF2B5EF4-FFF2-40B4-BE49-F238E27FC236}">
                <a16:creationId xmlns:a16="http://schemas.microsoft.com/office/drawing/2014/main" id="{3FCE4502-6E03-8A5E-BC81-3EF732290DD5}"/>
              </a:ext>
            </a:extLst>
          </p:cNvPr>
          <p:cNvSpPr txBox="1"/>
          <p:nvPr/>
        </p:nvSpPr>
        <p:spPr>
          <a:xfrm>
            <a:off x="355464" y="5516202"/>
            <a:ext cx="11362924" cy="584775"/>
          </a:xfrm>
          <a:prstGeom prst="rect">
            <a:avLst/>
          </a:prstGeom>
          <a:noFill/>
        </p:spPr>
        <p:txBody>
          <a:bodyPr wrap="square" rtlCol="0">
            <a:spAutoFit/>
          </a:bodyPr>
          <a:lstStyle/>
          <a:p>
            <a:pPr algn="ctr">
              <a:lnSpc>
                <a:spcPct val="100000"/>
              </a:lnSpc>
              <a:spcBef>
                <a:spcPts val="0"/>
              </a:spcBef>
            </a:pPr>
            <a:r>
              <a:rPr lang="en-US" sz="1600" dirty="0">
                <a:solidFill>
                  <a:schemeClr val="bg1"/>
                </a:solidFill>
                <a:latin typeface="Roboto" panose="02000000000000000000" pitchFamily="2" charset="0"/>
                <a:ea typeface="Roboto" panose="02000000000000000000" pitchFamily="2" charset="0"/>
                <a:cs typeface="Arial" panose="020B0604020202020204" pitchFamily="34" charset="0"/>
              </a:rPr>
              <a:t>Participants will be able to advance at their own pace and will have </a:t>
            </a:r>
            <a:r>
              <a:rPr lang="en-US" sz="1600" dirty="0">
                <a:solidFill>
                  <a:schemeClr val="bg1"/>
                </a:solidFill>
                <a:highlight>
                  <a:srgbClr val="6785C1"/>
                </a:highlight>
                <a:latin typeface="Roboto" panose="02000000000000000000" pitchFamily="2" charset="0"/>
                <a:ea typeface="Roboto" panose="02000000000000000000" pitchFamily="2" charset="0"/>
                <a:cs typeface="Arial" panose="020B0604020202020204" pitchFamily="34" charset="0"/>
              </a:rPr>
              <a:t>personal trainers </a:t>
            </a:r>
            <a:r>
              <a:rPr lang="en-US" sz="1600" dirty="0">
                <a:solidFill>
                  <a:schemeClr val="bg1"/>
                </a:solidFill>
                <a:latin typeface="Roboto" panose="02000000000000000000" pitchFamily="2" charset="0"/>
                <a:ea typeface="Roboto" panose="02000000000000000000" pitchFamily="2" charset="0"/>
                <a:cs typeface="Arial" panose="020B0604020202020204" pitchFamily="34" charset="0"/>
              </a:rPr>
              <a:t>who, in addition to teaching group sessions, will be available at all times to help them continue advancing.</a:t>
            </a:r>
            <a:endParaRPr lang="es-ES" sz="1600" dirty="0">
              <a:solidFill>
                <a:schemeClr val="bg1"/>
              </a:solidFill>
              <a:latin typeface="Roboto" panose="02000000000000000000" pitchFamily="2" charset="0"/>
              <a:ea typeface="Roboto" panose="02000000000000000000" pitchFamily="2" charset="0"/>
              <a:cs typeface="Arial" panose="020B0604020202020204" pitchFamily="34" charset="0"/>
            </a:endParaRPr>
          </a:p>
        </p:txBody>
      </p:sp>
      <p:pic>
        <p:nvPicPr>
          <p:cNvPr id="7" name="Imagen 6">
            <a:extLst>
              <a:ext uri="{FF2B5EF4-FFF2-40B4-BE49-F238E27FC236}">
                <a16:creationId xmlns:a16="http://schemas.microsoft.com/office/drawing/2014/main" id="{C6D4468D-97A3-6684-EFD3-65D0D02DAEDF}"/>
              </a:ext>
            </a:extLst>
          </p:cNvPr>
          <p:cNvPicPr>
            <a:picLocks noChangeAspect="1"/>
          </p:cNvPicPr>
          <p:nvPr/>
        </p:nvPicPr>
        <p:blipFill rotWithShape="1">
          <a:blip r:embed="rId4"/>
          <a:srcRect l="8326" r="4878"/>
          <a:stretch/>
        </p:blipFill>
        <p:spPr>
          <a:xfrm>
            <a:off x="7851279" y="2032935"/>
            <a:ext cx="3867109" cy="2470272"/>
          </a:xfrm>
          <a:prstGeom prst="rect">
            <a:avLst/>
          </a:prstGeom>
        </p:spPr>
      </p:pic>
      <p:sp>
        <p:nvSpPr>
          <p:cNvPr id="11" name="Rectángulo 10">
            <a:hlinkClick r:id="rId5"/>
            <a:extLst>
              <a:ext uri="{FF2B5EF4-FFF2-40B4-BE49-F238E27FC236}">
                <a16:creationId xmlns:a16="http://schemas.microsoft.com/office/drawing/2014/main" id="{B92E3789-9A11-3CF7-AA76-44C84084E99C}"/>
              </a:ext>
            </a:extLst>
          </p:cNvPr>
          <p:cNvSpPr/>
          <p:nvPr/>
        </p:nvSpPr>
        <p:spPr>
          <a:xfrm>
            <a:off x="7851279" y="2032935"/>
            <a:ext cx="3867108" cy="2386271"/>
          </a:xfrm>
          <a:prstGeom prst="rect">
            <a:avLst/>
          </a:prstGeom>
          <a:solidFill>
            <a:srgbClr val="6785C1">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799"/>
          </a:p>
        </p:txBody>
      </p:sp>
      <p:pic>
        <p:nvPicPr>
          <p:cNvPr id="13" name="Imagen 12" descr="Icono&#10;&#10;Descripción generada automáticamente">
            <a:hlinkClick r:id="rId5"/>
            <a:extLst>
              <a:ext uri="{FF2B5EF4-FFF2-40B4-BE49-F238E27FC236}">
                <a16:creationId xmlns:a16="http://schemas.microsoft.com/office/drawing/2014/main" id="{5BA2AB73-A3A2-11DE-724D-3FC778FEB063}"/>
              </a:ext>
            </a:extLst>
          </p:cNvPr>
          <p:cNvPicPr>
            <a:picLocks noChangeAspect="1"/>
          </p:cNvPicPr>
          <p:nvPr/>
        </p:nvPicPr>
        <p:blipFill>
          <a:blip r:embed="rId6">
            <a:biLevel thresh="25000"/>
            <a:extLst>
              <a:ext uri="{28A0092B-C50C-407E-A947-70E740481C1C}">
                <a14:useLocalDpi xmlns:a14="http://schemas.microsoft.com/office/drawing/2010/main" val="0"/>
              </a:ext>
            </a:extLst>
          </a:blip>
          <a:stretch>
            <a:fillRect/>
          </a:stretch>
        </p:blipFill>
        <p:spPr>
          <a:xfrm>
            <a:off x="9350623" y="2976682"/>
            <a:ext cx="715130" cy="715130"/>
          </a:xfrm>
          <a:prstGeom prst="rect">
            <a:avLst/>
          </a:prstGeom>
        </p:spPr>
      </p:pic>
      <p:sp>
        <p:nvSpPr>
          <p:cNvPr id="20" name="CuadroTexto 19">
            <a:extLst>
              <a:ext uri="{FF2B5EF4-FFF2-40B4-BE49-F238E27FC236}">
                <a16:creationId xmlns:a16="http://schemas.microsoft.com/office/drawing/2014/main" id="{2A913DD1-D36B-2D51-3764-CC571333900C}"/>
              </a:ext>
            </a:extLst>
          </p:cNvPr>
          <p:cNvSpPr txBox="1"/>
          <p:nvPr/>
        </p:nvSpPr>
        <p:spPr>
          <a:xfrm>
            <a:off x="8314688" y="1787151"/>
            <a:ext cx="2786999" cy="461665"/>
          </a:xfrm>
          <a:prstGeom prst="rect">
            <a:avLst/>
          </a:prstGeom>
          <a:noFill/>
        </p:spPr>
        <p:txBody>
          <a:bodyPr wrap="square">
            <a:spAutoFit/>
          </a:bodyPr>
          <a:lstStyle/>
          <a:p>
            <a:pPr algn="ctr"/>
            <a:r>
              <a:rPr lang="en-US" sz="1200" b="1" i="1" dirty="0">
                <a:solidFill>
                  <a:schemeClr val="tx1">
                    <a:lumMod val="85000"/>
                    <a:lumOff val="15000"/>
                  </a:schemeClr>
                </a:solidFill>
                <a:latin typeface="Roboto" panose="02000000000000000000" pitchFamily="2" charset="0"/>
                <a:ea typeface="Roboto" panose="02000000000000000000" pitchFamily="2" charset="0"/>
                <a:cs typeface="Arial" panose="020B0604020202020204" pitchFamily="34" charset="0"/>
              </a:rPr>
              <a:t>Click on the image to see how the platform works</a:t>
            </a:r>
            <a:endParaRPr lang="es-ES" sz="1200" b="1" i="1" dirty="0">
              <a:solidFill>
                <a:schemeClr val="tx1">
                  <a:lumMod val="85000"/>
                  <a:lumOff val="15000"/>
                </a:schemeClr>
              </a:solidFill>
              <a:latin typeface="Roboto" panose="02000000000000000000" pitchFamily="2" charset="0"/>
              <a:ea typeface="Roboto" panose="02000000000000000000" pitchFamily="2" charset="0"/>
              <a:cs typeface="Arial" panose="020B0604020202020204" pitchFamily="34" charset="0"/>
            </a:endParaRPr>
          </a:p>
        </p:txBody>
      </p:sp>
    </p:spTree>
    <p:extLst>
      <p:ext uri="{BB962C8B-B14F-4D97-AF65-F5344CB8AC3E}">
        <p14:creationId xmlns:p14="http://schemas.microsoft.com/office/powerpoint/2010/main" val="3909123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descr="Vista desde abajo&#10;&#10;Descripción generada automáticamente con confianza media">
            <a:extLst>
              <a:ext uri="{FF2B5EF4-FFF2-40B4-BE49-F238E27FC236}">
                <a16:creationId xmlns:a16="http://schemas.microsoft.com/office/drawing/2014/main" id="{AF4D6431-172A-814E-1552-C411B91A8430}"/>
              </a:ext>
            </a:extLst>
          </p:cNvPr>
          <p:cNvPicPr>
            <a:picLocks noChangeAspect="1"/>
          </p:cNvPicPr>
          <p:nvPr/>
        </p:nvPicPr>
        <p:blipFill rotWithShape="1">
          <a:blip r:embed="rId2" cstate="print">
            <a:alphaModFix amt="85000"/>
            <a:extLst>
              <a:ext uri="{28A0092B-C50C-407E-A947-70E740481C1C}">
                <a14:useLocalDpi xmlns:a14="http://schemas.microsoft.com/office/drawing/2010/main" val="0"/>
              </a:ext>
            </a:extLst>
          </a:blip>
          <a:srcRect b="15617"/>
          <a:stretch/>
        </p:blipFill>
        <p:spPr>
          <a:xfrm>
            <a:off x="0" y="0"/>
            <a:ext cx="12192000" cy="6858000"/>
          </a:xfrm>
          <a:prstGeom prst="rect">
            <a:avLst/>
          </a:prstGeom>
        </p:spPr>
      </p:pic>
      <p:sp>
        <p:nvSpPr>
          <p:cNvPr id="12" name="Rectángulo 11">
            <a:extLst>
              <a:ext uri="{FF2B5EF4-FFF2-40B4-BE49-F238E27FC236}">
                <a16:creationId xmlns:a16="http://schemas.microsoft.com/office/drawing/2014/main" id="{366D3516-5D39-6DE1-3E66-E9A7AA7267EF}"/>
              </a:ext>
            </a:extLst>
          </p:cNvPr>
          <p:cNvSpPr/>
          <p:nvPr/>
        </p:nvSpPr>
        <p:spPr>
          <a:xfrm>
            <a:off x="-2502" y="-90925"/>
            <a:ext cx="12192002" cy="6858000"/>
          </a:xfrm>
          <a:prstGeom prst="rect">
            <a:avLst/>
          </a:prstGeom>
          <a:solidFill>
            <a:srgbClr val="1E2D4A">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554394">
              <a:defRPr/>
            </a:pPr>
            <a:endParaRPr kumimoji="0" lang="es-ES" sz="1067" b="0" i="0" u="none" strike="noStrike" kern="1200" cap="none" spc="0" normalizeH="0" baseline="0" noProof="0" dirty="0">
              <a:ln>
                <a:noFill/>
              </a:ln>
              <a:solidFill>
                <a:srgbClr val="505050"/>
              </a:solidFill>
              <a:effectLst/>
              <a:uLnTx/>
              <a:uFillTx/>
              <a:latin typeface="Arial" panose="020B0604020202020204"/>
              <a:ea typeface="+mn-ea"/>
              <a:cs typeface="+mn-cs"/>
            </a:endParaRPr>
          </a:p>
        </p:txBody>
      </p:sp>
      <p:pic>
        <p:nvPicPr>
          <p:cNvPr id="13" name="Imagen 12" descr="Imagen que contiene Logotipo&#10;&#10;Descripción generada automáticamente">
            <a:extLst>
              <a:ext uri="{FF2B5EF4-FFF2-40B4-BE49-F238E27FC236}">
                <a16:creationId xmlns:a16="http://schemas.microsoft.com/office/drawing/2014/main" id="{B0798EC5-AAB3-7DB2-03B6-A180E0234D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41788" y="-238150"/>
            <a:ext cx="3716934" cy="1489901"/>
          </a:xfrm>
          <a:prstGeom prst="rect">
            <a:avLst/>
          </a:prstGeom>
        </p:spPr>
      </p:pic>
      <p:sp>
        <p:nvSpPr>
          <p:cNvPr id="65" name="Rectángulo 64">
            <a:extLst>
              <a:ext uri="{FF2B5EF4-FFF2-40B4-BE49-F238E27FC236}">
                <a16:creationId xmlns:a16="http://schemas.microsoft.com/office/drawing/2014/main" id="{D953EB64-C984-76F9-9BDA-CAC6E2606FBE}"/>
              </a:ext>
            </a:extLst>
          </p:cNvPr>
          <p:cNvSpPr/>
          <p:nvPr/>
        </p:nvSpPr>
        <p:spPr>
          <a:xfrm>
            <a:off x="8277225" y="1044708"/>
            <a:ext cx="3629025" cy="5680127"/>
          </a:xfrm>
          <a:prstGeom prst="rect">
            <a:avLst/>
          </a:prstGeom>
          <a:solidFill>
            <a:srgbClr val="FFFFFF">
              <a:alpha val="8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S" b="1" dirty="0">
              <a:solidFill>
                <a:schemeClr val="bg1"/>
              </a:solidFill>
              <a:latin typeface="Roboto" panose="02000000000000000000" pitchFamily="2" charset="0"/>
              <a:ea typeface="Roboto" panose="02000000000000000000" pitchFamily="2" charset="0"/>
              <a:cs typeface="Arial" panose="020B0604020202020204" pitchFamily="34" charset="0"/>
            </a:endParaRPr>
          </a:p>
          <a:p>
            <a:endParaRPr lang="es-ES" b="1" dirty="0">
              <a:solidFill>
                <a:schemeClr val="bg1"/>
              </a:solidFill>
              <a:latin typeface="Roboto" panose="02000000000000000000" pitchFamily="2" charset="0"/>
              <a:ea typeface="Roboto" panose="02000000000000000000" pitchFamily="2" charset="0"/>
              <a:cs typeface="Arial" panose="020B0604020202020204" pitchFamily="34" charset="0"/>
            </a:endParaRPr>
          </a:p>
          <a:p>
            <a:endParaRPr lang="es-ES" b="1" dirty="0">
              <a:solidFill>
                <a:schemeClr val="bg1"/>
              </a:solidFill>
              <a:latin typeface="Roboto" panose="02000000000000000000" pitchFamily="2" charset="0"/>
              <a:ea typeface="Roboto" panose="02000000000000000000" pitchFamily="2" charset="0"/>
              <a:cs typeface="Arial" panose="020B0604020202020204" pitchFamily="34" charset="0"/>
            </a:endParaRPr>
          </a:p>
          <a:p>
            <a:endParaRPr lang="es-ES" b="1" dirty="0">
              <a:solidFill>
                <a:schemeClr val="bg1"/>
              </a:solidFill>
              <a:latin typeface="Roboto" panose="02000000000000000000" pitchFamily="2" charset="0"/>
              <a:ea typeface="Roboto" panose="02000000000000000000" pitchFamily="2" charset="0"/>
              <a:cs typeface="Arial" panose="020B0604020202020204" pitchFamily="34" charset="0"/>
            </a:endParaRPr>
          </a:p>
        </p:txBody>
      </p:sp>
      <p:pic>
        <p:nvPicPr>
          <p:cNvPr id="66" name="Imagen 65" descr="Imagen que contiene niño, árbol&#10;&#10;Descripción generada automáticamente">
            <a:hlinkClick r:id="" action="ppaction://noaction"/>
            <a:extLst>
              <a:ext uri="{FF2B5EF4-FFF2-40B4-BE49-F238E27FC236}">
                <a16:creationId xmlns:a16="http://schemas.microsoft.com/office/drawing/2014/main" id="{0046D20A-D137-CE72-6B71-FF6325CA29ED}"/>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2815" t="22602" r="21752" b="22020"/>
          <a:stretch/>
        </p:blipFill>
        <p:spPr>
          <a:xfrm>
            <a:off x="8435869" y="1191518"/>
            <a:ext cx="3348552" cy="4460356"/>
          </a:xfrm>
          <a:prstGeom prst="rect">
            <a:avLst/>
          </a:prstGeom>
          <a:ln>
            <a:noFill/>
          </a:ln>
          <a:effectLst/>
        </p:spPr>
      </p:pic>
      <p:sp>
        <p:nvSpPr>
          <p:cNvPr id="67" name="Rectángulo 66">
            <a:extLst>
              <a:ext uri="{FF2B5EF4-FFF2-40B4-BE49-F238E27FC236}">
                <a16:creationId xmlns:a16="http://schemas.microsoft.com/office/drawing/2014/main" id="{EADFB438-0C1D-65E6-0FFA-49CD6485F9AA}"/>
              </a:ext>
            </a:extLst>
          </p:cNvPr>
          <p:cNvSpPr/>
          <p:nvPr/>
        </p:nvSpPr>
        <p:spPr>
          <a:xfrm>
            <a:off x="8435869" y="1191517"/>
            <a:ext cx="3348552" cy="4460357"/>
          </a:xfrm>
          <a:prstGeom prst="rect">
            <a:avLst/>
          </a:prstGeom>
          <a:solidFill>
            <a:srgbClr val="6785C1">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8" name="Rectángulo 67">
            <a:extLst>
              <a:ext uri="{FF2B5EF4-FFF2-40B4-BE49-F238E27FC236}">
                <a16:creationId xmlns:a16="http://schemas.microsoft.com/office/drawing/2014/main" id="{9642C26E-6C83-00A9-B324-E564BBDB209D}"/>
              </a:ext>
            </a:extLst>
          </p:cNvPr>
          <p:cNvSpPr/>
          <p:nvPr/>
        </p:nvSpPr>
        <p:spPr>
          <a:xfrm>
            <a:off x="8067675" y="5773583"/>
            <a:ext cx="3991046" cy="395205"/>
          </a:xfrm>
          <a:prstGeom prst="rect">
            <a:avLst/>
          </a:prstGeom>
          <a:solidFill>
            <a:srgbClr val="EBA9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9" name="Marcador de texto 12">
            <a:extLst>
              <a:ext uri="{FF2B5EF4-FFF2-40B4-BE49-F238E27FC236}">
                <a16:creationId xmlns:a16="http://schemas.microsoft.com/office/drawing/2014/main" id="{8380BD4C-D8EA-9C44-1802-17CD17717EC4}"/>
              </a:ext>
            </a:extLst>
          </p:cNvPr>
          <p:cNvSpPr txBox="1">
            <a:spLocks/>
          </p:cNvSpPr>
          <p:nvPr/>
        </p:nvSpPr>
        <p:spPr>
          <a:xfrm>
            <a:off x="8341787" y="5816334"/>
            <a:ext cx="3499899" cy="598667"/>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ctr">
              <a:spcAft>
                <a:spcPts val="800"/>
              </a:spcAft>
            </a:pPr>
            <a:r>
              <a:rPr lang="en-US" sz="1400" dirty="0">
                <a:solidFill>
                  <a:schemeClr val="bg1"/>
                </a:solidFill>
                <a:latin typeface="Roboto" panose="02000000000000000000" pitchFamily="2" charset="0"/>
                <a:ea typeface="Roboto" panose="02000000000000000000" pitchFamily="2" charset="0"/>
              </a:rPr>
              <a:t>Meet the winner of the 1st edition</a:t>
            </a:r>
            <a:endParaRPr kumimoji="0" lang="es-ES" sz="1400" i="0" u="none" strike="noStrike" kern="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mn-cs"/>
            </a:endParaRPr>
          </a:p>
        </p:txBody>
      </p:sp>
      <p:pic>
        <p:nvPicPr>
          <p:cNvPr id="70" name="Imagen 69" descr="Icono&#10;&#10;Descripción generada automáticamente">
            <a:hlinkClick r:id="rId5"/>
            <a:extLst>
              <a:ext uri="{FF2B5EF4-FFF2-40B4-BE49-F238E27FC236}">
                <a16:creationId xmlns:a16="http://schemas.microsoft.com/office/drawing/2014/main" id="{9D33ABC9-67B5-867C-21A0-6BDD6444587D}"/>
              </a:ext>
            </a:extLst>
          </p:cNvPr>
          <p:cNvPicPr>
            <a:picLocks noChangeAspect="1"/>
          </p:cNvPicPr>
          <p:nvPr/>
        </p:nvPicPr>
        <p:blipFill>
          <a:blip r:embed="rId6" cstate="print">
            <a:biLevel thresh="25000"/>
            <a:extLst>
              <a:ext uri="{28A0092B-C50C-407E-A947-70E740481C1C}">
                <a14:useLocalDpi xmlns:a14="http://schemas.microsoft.com/office/drawing/2010/main" val="0"/>
              </a:ext>
            </a:extLst>
          </a:blip>
          <a:stretch>
            <a:fillRect/>
          </a:stretch>
        </p:blipFill>
        <p:spPr>
          <a:xfrm>
            <a:off x="9670139" y="4536146"/>
            <a:ext cx="880011" cy="880011"/>
          </a:xfrm>
          <a:prstGeom prst="rect">
            <a:avLst/>
          </a:prstGeom>
        </p:spPr>
      </p:pic>
      <p:sp>
        <p:nvSpPr>
          <p:cNvPr id="73" name="Rectángulo 72">
            <a:extLst>
              <a:ext uri="{FF2B5EF4-FFF2-40B4-BE49-F238E27FC236}">
                <a16:creationId xmlns:a16="http://schemas.microsoft.com/office/drawing/2014/main" id="{D7AD8A97-95C5-1BE0-633B-1D3654545CF2}"/>
              </a:ext>
            </a:extLst>
          </p:cNvPr>
          <p:cNvSpPr/>
          <p:nvPr/>
        </p:nvSpPr>
        <p:spPr>
          <a:xfrm>
            <a:off x="-1" y="501356"/>
            <a:ext cx="6283355" cy="687898"/>
          </a:xfrm>
          <a:prstGeom prst="rect">
            <a:avLst/>
          </a:prstGeom>
          <a:solidFill>
            <a:srgbClr val="6785C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4" name="CuadroTexto 73">
            <a:extLst>
              <a:ext uri="{FF2B5EF4-FFF2-40B4-BE49-F238E27FC236}">
                <a16:creationId xmlns:a16="http://schemas.microsoft.com/office/drawing/2014/main" id="{75F0762D-D1B6-ABA4-26D7-FEE16F40333E}"/>
              </a:ext>
            </a:extLst>
          </p:cNvPr>
          <p:cNvSpPr txBox="1"/>
          <p:nvPr/>
        </p:nvSpPr>
        <p:spPr>
          <a:xfrm>
            <a:off x="411561" y="650706"/>
            <a:ext cx="2738250" cy="707886"/>
          </a:xfrm>
          <a:prstGeom prst="rect">
            <a:avLst/>
          </a:prstGeom>
          <a:noFill/>
        </p:spPr>
        <p:txBody>
          <a:bodyPr wrap="none" rtlCol="0">
            <a:spAutoFit/>
          </a:bodyPr>
          <a:lstStyle/>
          <a:p>
            <a:r>
              <a:rPr lang="es-ES" sz="2000" b="1" dirty="0">
                <a:solidFill>
                  <a:schemeClr val="bg1"/>
                </a:solidFill>
                <a:latin typeface="Roboto Black" panose="02000000000000000000" pitchFamily="2" charset="0"/>
                <a:ea typeface="Roboto Black" panose="02000000000000000000" pitchFamily="2" charset="0"/>
              </a:rPr>
              <a:t>FINAL COMPETITION</a:t>
            </a:r>
            <a:r>
              <a:rPr lang="es-ES" sz="2000" dirty="0">
                <a:solidFill>
                  <a:schemeClr val="tx1">
                    <a:lumMod val="75000"/>
                    <a:lumOff val="25000"/>
                  </a:schemeClr>
                </a:solidFill>
                <a:latin typeface="Roboto" panose="02000000000000000000" pitchFamily="2" charset="0"/>
                <a:ea typeface="Roboto" panose="02000000000000000000" pitchFamily="2" charset="0"/>
              </a:rPr>
              <a:t> </a:t>
            </a:r>
          </a:p>
          <a:p>
            <a:endParaRPr lang="es-ES" sz="2000" b="1" dirty="0">
              <a:solidFill>
                <a:schemeClr val="bg1"/>
              </a:solidFill>
              <a:latin typeface="Roboto Black" panose="02000000000000000000" pitchFamily="2" charset="0"/>
              <a:ea typeface="Roboto Black" panose="02000000000000000000" pitchFamily="2" charset="0"/>
            </a:endParaRPr>
          </a:p>
        </p:txBody>
      </p:sp>
      <p:sp>
        <p:nvSpPr>
          <p:cNvPr id="76" name="object 16">
            <a:extLst>
              <a:ext uri="{FF2B5EF4-FFF2-40B4-BE49-F238E27FC236}">
                <a16:creationId xmlns:a16="http://schemas.microsoft.com/office/drawing/2014/main" id="{F45A1B16-6346-B998-8702-CD0BCFF90A0E}"/>
              </a:ext>
            </a:extLst>
          </p:cNvPr>
          <p:cNvSpPr txBox="1"/>
          <p:nvPr/>
        </p:nvSpPr>
        <p:spPr>
          <a:xfrm>
            <a:off x="346893" y="4423544"/>
            <a:ext cx="2015339" cy="710451"/>
          </a:xfrm>
          <a:prstGeom prst="rect">
            <a:avLst/>
          </a:prstGeom>
        </p:spPr>
        <p:txBody>
          <a:bodyPr vert="horz" wrap="square" lIns="0" tIns="33020" rIns="0" bIns="0" rtlCol="0">
            <a:spAutoFit/>
          </a:bodyPr>
          <a:lstStyle/>
          <a:p>
            <a:pPr marR="5080" lvl="0" indent="12700" algn="ctr" defTabSz="554394" rtl="0" eaLnBrk="1" fontAlgn="auto" latinLnBrk="0" hangingPunct="1">
              <a:spcAft>
                <a:spcPts val="0"/>
              </a:spcAft>
              <a:buClrTx/>
              <a:buSzTx/>
              <a:buFontTx/>
              <a:buNone/>
              <a:tabLst/>
              <a:defRPr/>
            </a:pPr>
            <a:r>
              <a:rPr kumimoji="0" lang="en-US" sz="1100" b="0" i="0" u="none" strike="noStrike" kern="1200" cap="none" spc="5" normalizeH="0" baseline="0" noProof="0" dirty="0">
                <a:ln>
                  <a:noFill/>
                </a:ln>
                <a:solidFill>
                  <a:schemeClr val="bg1"/>
                </a:solidFill>
                <a:effectLst/>
                <a:highlight>
                  <a:srgbClr val="6785C1"/>
                </a:highlight>
                <a:uLnTx/>
                <a:uFillTx/>
                <a:latin typeface="Roboto" panose="02000000000000000000" pitchFamily="2" charset="0"/>
                <a:ea typeface="Roboto" panose="02000000000000000000" pitchFamily="2" charset="0"/>
                <a:cs typeface="Roboto" panose="02000000000000000000" pitchFamily="2" charset="0"/>
              </a:rPr>
              <a:t>BEGINNER LEVEL</a:t>
            </a:r>
          </a:p>
          <a:p>
            <a:pPr marR="5080" lvl="0" indent="12700" algn="ctr" defTabSz="554394" rtl="0" eaLnBrk="1" fontAlgn="auto" latinLnBrk="0" hangingPunct="1">
              <a:spcAft>
                <a:spcPts val="0"/>
              </a:spcAft>
              <a:buClrTx/>
              <a:buSzTx/>
              <a:buFontTx/>
              <a:buNone/>
              <a:tabLst/>
              <a:defRPr/>
            </a:pPr>
            <a:r>
              <a:rPr kumimoji="0" lang="en-US" sz="1100" b="0" i="0" u="none" strike="noStrike" kern="1200" cap="none" spc="5" normalizeH="0" baseline="0" noProof="0" dirty="0">
                <a:ln>
                  <a:noFill/>
                </a:ln>
                <a:solidFill>
                  <a:schemeClr val="bg1"/>
                </a:solidFill>
                <a:effectLst/>
                <a:uLnTx/>
                <a:uFillTx/>
                <a:latin typeface="Roboto" panose="02000000000000000000" pitchFamily="2" charset="0"/>
                <a:ea typeface="Roboto" panose="02000000000000000000" pitchFamily="2" charset="0"/>
                <a:cs typeface="Roboto" panose="02000000000000000000" pitchFamily="2" charset="0"/>
              </a:rPr>
              <a:t>Create an animation in which you teach your grandparents how to connect to WIFI</a:t>
            </a:r>
            <a:endParaRPr kumimoji="0" lang="es-ES" sz="1100" b="0" i="1"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77" name="object 17">
            <a:extLst>
              <a:ext uri="{FF2B5EF4-FFF2-40B4-BE49-F238E27FC236}">
                <a16:creationId xmlns:a16="http://schemas.microsoft.com/office/drawing/2014/main" id="{3AFF8F4F-9BEF-6453-8A61-39EF53934901}"/>
              </a:ext>
            </a:extLst>
          </p:cNvPr>
          <p:cNvSpPr txBox="1"/>
          <p:nvPr/>
        </p:nvSpPr>
        <p:spPr>
          <a:xfrm>
            <a:off x="5466120" y="4423544"/>
            <a:ext cx="2313272" cy="1199686"/>
          </a:xfrm>
          <a:prstGeom prst="rect">
            <a:avLst/>
          </a:prstGeom>
        </p:spPr>
        <p:txBody>
          <a:bodyPr vert="horz" wrap="square" lIns="0" tIns="14604" rIns="0" bIns="0" rtlCol="0">
            <a:spAutoFit/>
          </a:bodyPr>
          <a:lstStyle/>
          <a:p>
            <a:pPr marL="45085" algn="ctr" defTabSz="554394">
              <a:defRPr/>
            </a:pPr>
            <a:r>
              <a:rPr kumimoji="0" lang="en-US" sz="1100" b="0" i="0" u="none" strike="noStrike" kern="1200" cap="none" spc="5" normalizeH="0" baseline="0" noProof="0" dirty="0">
                <a:ln>
                  <a:noFill/>
                </a:ln>
                <a:solidFill>
                  <a:schemeClr val="bg1"/>
                </a:solidFill>
                <a:effectLst/>
                <a:highlight>
                  <a:srgbClr val="6785C1"/>
                </a:highlight>
                <a:uLnTx/>
                <a:uFillTx/>
                <a:latin typeface="Roboto" panose="02000000000000000000" pitchFamily="2" charset="0"/>
                <a:ea typeface="Roboto" panose="02000000000000000000" pitchFamily="2" charset="0"/>
                <a:cs typeface="Roboto" panose="02000000000000000000" pitchFamily="2" charset="0"/>
              </a:rPr>
              <a:t>ADVANCED LEVEL</a:t>
            </a:r>
          </a:p>
          <a:p>
            <a:pPr marL="45085" algn="ctr" defTabSz="554394">
              <a:defRPr/>
            </a:pPr>
            <a:r>
              <a:rPr kumimoji="0" lang="en-US" sz="1100" b="0" i="0" u="none" strike="noStrike" kern="1200" cap="none" spc="5" normalizeH="0" baseline="0" noProof="0" dirty="0">
                <a:ln>
                  <a:noFill/>
                </a:ln>
                <a:solidFill>
                  <a:schemeClr val="bg1"/>
                </a:solidFill>
                <a:effectLst/>
                <a:uLnTx/>
                <a:uFillTx/>
                <a:latin typeface="Roboto" panose="02000000000000000000" pitchFamily="2" charset="0"/>
                <a:ea typeface="Roboto" panose="02000000000000000000" pitchFamily="2" charset="0"/>
                <a:cs typeface="Roboto" panose="02000000000000000000" pitchFamily="2" charset="0"/>
              </a:rPr>
              <a:t>Create a video game with at least three characters in which you include conditional variables to show the inhabitants of planet MQ 47 how to take care of their natural resources</a:t>
            </a:r>
            <a:endParaRPr kumimoji="0" sz="1100" b="0" i="1"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79" name="object 20">
            <a:extLst>
              <a:ext uri="{FF2B5EF4-FFF2-40B4-BE49-F238E27FC236}">
                <a16:creationId xmlns:a16="http://schemas.microsoft.com/office/drawing/2014/main" id="{BFA71B3A-22EE-C40B-8755-27AFCDB60140}"/>
              </a:ext>
            </a:extLst>
          </p:cNvPr>
          <p:cNvSpPr/>
          <p:nvPr/>
        </p:nvSpPr>
        <p:spPr>
          <a:xfrm flipH="1">
            <a:off x="2337058" y="3838053"/>
            <a:ext cx="348427" cy="1371690"/>
          </a:xfrm>
          <a:custGeom>
            <a:avLst/>
            <a:gdLst/>
            <a:ahLst/>
            <a:cxnLst/>
            <a:rect l="l" t="t" r="r" b="b"/>
            <a:pathLst>
              <a:path h="1014095">
                <a:moveTo>
                  <a:pt x="0" y="0"/>
                </a:moveTo>
                <a:lnTo>
                  <a:pt x="0" y="1013587"/>
                </a:lnTo>
              </a:path>
            </a:pathLst>
          </a:custGeom>
          <a:ln w="25400">
            <a:solidFill>
              <a:schemeClr val="bg1"/>
            </a:solidFill>
          </a:ln>
        </p:spPr>
        <p:txBody>
          <a:bodyPr wrap="square" lIns="0" tIns="0" rIns="0" bIns="0" rtlCol="0"/>
          <a:lstStyle/>
          <a:p>
            <a:pPr marL="0" marR="0" lvl="0" indent="0" algn="l" defTabSz="554394"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dirty="0">
              <a:ln>
                <a:noFill/>
              </a:ln>
              <a:solidFill>
                <a:prstClr val="black"/>
              </a:solidFill>
              <a:effectLst/>
              <a:uLnTx/>
              <a:uFillTx/>
              <a:latin typeface="Calibri"/>
              <a:ea typeface="+mn-ea"/>
              <a:cs typeface="+mn-cs"/>
            </a:endParaRPr>
          </a:p>
        </p:txBody>
      </p:sp>
      <p:sp>
        <p:nvSpPr>
          <p:cNvPr id="81" name="object 22">
            <a:extLst>
              <a:ext uri="{FF2B5EF4-FFF2-40B4-BE49-F238E27FC236}">
                <a16:creationId xmlns:a16="http://schemas.microsoft.com/office/drawing/2014/main" id="{F88F133C-607B-BCA8-FAE1-C37412FDB526}"/>
              </a:ext>
            </a:extLst>
          </p:cNvPr>
          <p:cNvSpPr/>
          <p:nvPr/>
        </p:nvSpPr>
        <p:spPr>
          <a:xfrm flipH="1">
            <a:off x="5211728" y="3851029"/>
            <a:ext cx="45719" cy="1371690"/>
          </a:xfrm>
          <a:custGeom>
            <a:avLst/>
            <a:gdLst/>
            <a:ahLst/>
            <a:cxnLst/>
            <a:rect l="l" t="t" r="r" b="b"/>
            <a:pathLst>
              <a:path h="1014095">
                <a:moveTo>
                  <a:pt x="0" y="0"/>
                </a:moveTo>
                <a:lnTo>
                  <a:pt x="0" y="1013599"/>
                </a:lnTo>
              </a:path>
            </a:pathLst>
          </a:custGeom>
          <a:ln w="25400">
            <a:solidFill>
              <a:schemeClr val="bg1"/>
            </a:solidFill>
          </a:ln>
        </p:spPr>
        <p:txBody>
          <a:bodyPr wrap="square" lIns="0" tIns="0" rIns="0" bIns="0" rtlCol="0"/>
          <a:lstStyle/>
          <a:p>
            <a:pPr marL="0" marR="0" lvl="0" indent="0" algn="l" defTabSz="554394"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prstClr val="black"/>
              </a:solidFill>
              <a:effectLst/>
              <a:uLnTx/>
              <a:uFillTx/>
              <a:latin typeface="Calibri"/>
              <a:ea typeface="+mn-ea"/>
              <a:cs typeface="+mn-cs"/>
            </a:endParaRPr>
          </a:p>
        </p:txBody>
      </p:sp>
      <p:grpSp>
        <p:nvGrpSpPr>
          <p:cNvPr id="82" name="Grupo 81">
            <a:extLst>
              <a:ext uri="{FF2B5EF4-FFF2-40B4-BE49-F238E27FC236}">
                <a16:creationId xmlns:a16="http://schemas.microsoft.com/office/drawing/2014/main" id="{40649DAA-DF58-D267-F27A-7E761591ED3C}"/>
              </a:ext>
            </a:extLst>
          </p:cNvPr>
          <p:cNvGrpSpPr/>
          <p:nvPr/>
        </p:nvGrpSpPr>
        <p:grpSpPr>
          <a:xfrm>
            <a:off x="3707107" y="3814498"/>
            <a:ext cx="494456" cy="482481"/>
            <a:chOff x="5147295" y="2452020"/>
            <a:chExt cx="932353" cy="934085"/>
          </a:xfrm>
        </p:grpSpPr>
        <p:grpSp>
          <p:nvGrpSpPr>
            <p:cNvPr id="98" name="object 23">
              <a:extLst>
                <a:ext uri="{FF2B5EF4-FFF2-40B4-BE49-F238E27FC236}">
                  <a16:creationId xmlns:a16="http://schemas.microsoft.com/office/drawing/2014/main" id="{ACB60D34-1090-6824-BCB7-2867D05FC2E3}"/>
                </a:ext>
              </a:extLst>
            </p:cNvPr>
            <p:cNvGrpSpPr/>
            <p:nvPr/>
          </p:nvGrpSpPr>
          <p:grpSpPr>
            <a:xfrm>
              <a:off x="5658008" y="2452111"/>
              <a:ext cx="421640" cy="933450"/>
              <a:chOff x="5658008" y="2452111"/>
              <a:chExt cx="421640" cy="933450"/>
            </a:xfrm>
          </p:grpSpPr>
          <p:pic>
            <p:nvPicPr>
              <p:cNvPr id="100" name="object 24">
                <a:extLst>
                  <a:ext uri="{FF2B5EF4-FFF2-40B4-BE49-F238E27FC236}">
                    <a16:creationId xmlns:a16="http://schemas.microsoft.com/office/drawing/2014/main" id="{782EEC28-37E3-4868-A482-38B9F3E231A1}"/>
                  </a:ext>
                </a:extLst>
              </p:cNvPr>
              <p:cNvPicPr/>
              <p:nvPr/>
            </p:nvPicPr>
            <p:blipFill>
              <a:blip r:embed="rId7" cstate="print"/>
              <a:stretch>
                <a:fillRect/>
              </a:stretch>
            </p:blipFill>
            <p:spPr>
              <a:xfrm>
                <a:off x="5696674" y="2452111"/>
                <a:ext cx="155981" cy="155990"/>
              </a:xfrm>
              <a:prstGeom prst="rect">
                <a:avLst/>
              </a:prstGeom>
              <a:ln>
                <a:solidFill>
                  <a:schemeClr val="bg1"/>
                </a:solidFill>
              </a:ln>
            </p:spPr>
          </p:pic>
          <p:sp>
            <p:nvSpPr>
              <p:cNvPr id="101" name="object 25">
                <a:extLst>
                  <a:ext uri="{FF2B5EF4-FFF2-40B4-BE49-F238E27FC236}">
                    <a16:creationId xmlns:a16="http://schemas.microsoft.com/office/drawing/2014/main" id="{93628F1D-B7F9-53E8-5D61-D033AB17DA0A}"/>
                  </a:ext>
                </a:extLst>
              </p:cNvPr>
              <p:cNvSpPr/>
              <p:nvPr/>
            </p:nvSpPr>
            <p:spPr>
              <a:xfrm>
                <a:off x="5658002" y="2587955"/>
                <a:ext cx="421640" cy="798195"/>
              </a:xfrm>
              <a:custGeom>
                <a:avLst/>
                <a:gdLst/>
                <a:ahLst/>
                <a:cxnLst/>
                <a:rect l="l" t="t" r="r" b="b"/>
                <a:pathLst>
                  <a:path w="421639" h="798195">
                    <a:moveTo>
                      <a:pt x="273316" y="332295"/>
                    </a:moveTo>
                    <a:lnTo>
                      <a:pt x="264706" y="289763"/>
                    </a:lnTo>
                    <a:lnTo>
                      <a:pt x="247916" y="264871"/>
                    </a:lnTo>
                    <a:lnTo>
                      <a:pt x="247916" y="332295"/>
                    </a:lnTo>
                    <a:lnTo>
                      <a:pt x="241312" y="364934"/>
                    </a:lnTo>
                    <a:lnTo>
                      <a:pt x="223304" y="391629"/>
                    </a:lnTo>
                    <a:lnTo>
                      <a:pt x="196621" y="409638"/>
                    </a:lnTo>
                    <a:lnTo>
                      <a:pt x="163982" y="416242"/>
                    </a:lnTo>
                    <a:lnTo>
                      <a:pt x="131330" y="409638"/>
                    </a:lnTo>
                    <a:lnTo>
                      <a:pt x="104648" y="391629"/>
                    </a:lnTo>
                    <a:lnTo>
                      <a:pt x="86639" y="364934"/>
                    </a:lnTo>
                    <a:lnTo>
                      <a:pt x="80035" y="332295"/>
                    </a:lnTo>
                    <a:lnTo>
                      <a:pt x="86639" y="299656"/>
                    </a:lnTo>
                    <a:lnTo>
                      <a:pt x="104648" y="272961"/>
                    </a:lnTo>
                    <a:lnTo>
                      <a:pt x="131330" y="254952"/>
                    </a:lnTo>
                    <a:lnTo>
                      <a:pt x="163982" y="248348"/>
                    </a:lnTo>
                    <a:lnTo>
                      <a:pt x="196621" y="254952"/>
                    </a:lnTo>
                    <a:lnTo>
                      <a:pt x="223304" y="272961"/>
                    </a:lnTo>
                    <a:lnTo>
                      <a:pt x="241312" y="299656"/>
                    </a:lnTo>
                    <a:lnTo>
                      <a:pt x="247916" y="332295"/>
                    </a:lnTo>
                    <a:lnTo>
                      <a:pt x="247916" y="264871"/>
                    </a:lnTo>
                    <a:lnTo>
                      <a:pt x="241261" y="255003"/>
                    </a:lnTo>
                    <a:lnTo>
                      <a:pt x="231381" y="248348"/>
                    </a:lnTo>
                    <a:lnTo>
                      <a:pt x="206502" y="231546"/>
                    </a:lnTo>
                    <a:lnTo>
                      <a:pt x="163982" y="222948"/>
                    </a:lnTo>
                    <a:lnTo>
                      <a:pt x="124282" y="230403"/>
                    </a:lnTo>
                    <a:lnTo>
                      <a:pt x="91084" y="250901"/>
                    </a:lnTo>
                    <a:lnTo>
                      <a:pt x="67183" y="281571"/>
                    </a:lnTo>
                    <a:lnTo>
                      <a:pt x="55435" y="319595"/>
                    </a:lnTo>
                    <a:lnTo>
                      <a:pt x="5676" y="319595"/>
                    </a:lnTo>
                    <a:lnTo>
                      <a:pt x="0" y="325285"/>
                    </a:lnTo>
                    <a:lnTo>
                      <a:pt x="0" y="339305"/>
                    </a:lnTo>
                    <a:lnTo>
                      <a:pt x="5676" y="344995"/>
                    </a:lnTo>
                    <a:lnTo>
                      <a:pt x="55435" y="344995"/>
                    </a:lnTo>
                    <a:lnTo>
                      <a:pt x="67183" y="383019"/>
                    </a:lnTo>
                    <a:lnTo>
                      <a:pt x="91084" y="413689"/>
                    </a:lnTo>
                    <a:lnTo>
                      <a:pt x="124282" y="434174"/>
                    </a:lnTo>
                    <a:lnTo>
                      <a:pt x="163982" y="441642"/>
                    </a:lnTo>
                    <a:lnTo>
                      <a:pt x="206502" y="433031"/>
                    </a:lnTo>
                    <a:lnTo>
                      <a:pt x="231381" y="416242"/>
                    </a:lnTo>
                    <a:lnTo>
                      <a:pt x="241261" y="409575"/>
                    </a:lnTo>
                    <a:lnTo>
                      <a:pt x="264706" y="374815"/>
                    </a:lnTo>
                    <a:lnTo>
                      <a:pt x="273316" y="332295"/>
                    </a:lnTo>
                    <a:close/>
                  </a:path>
                  <a:path w="421639" h="798195">
                    <a:moveTo>
                      <a:pt x="421017" y="543648"/>
                    </a:moveTo>
                    <a:lnTo>
                      <a:pt x="413105" y="504545"/>
                    </a:lnTo>
                    <a:lnTo>
                      <a:pt x="395617" y="478624"/>
                    </a:lnTo>
                    <a:lnTo>
                      <a:pt x="395617" y="543648"/>
                    </a:lnTo>
                    <a:lnTo>
                      <a:pt x="389712" y="572858"/>
                    </a:lnTo>
                    <a:lnTo>
                      <a:pt x="373583" y="596747"/>
                    </a:lnTo>
                    <a:lnTo>
                      <a:pt x="349694" y="612863"/>
                    </a:lnTo>
                    <a:lnTo>
                      <a:pt x="320471" y="618782"/>
                    </a:lnTo>
                    <a:lnTo>
                      <a:pt x="291261" y="612863"/>
                    </a:lnTo>
                    <a:lnTo>
                      <a:pt x="267373" y="596747"/>
                    </a:lnTo>
                    <a:lnTo>
                      <a:pt x="251256" y="572858"/>
                    </a:lnTo>
                    <a:lnTo>
                      <a:pt x="245338" y="543648"/>
                    </a:lnTo>
                    <a:lnTo>
                      <a:pt x="251256" y="514426"/>
                    </a:lnTo>
                    <a:lnTo>
                      <a:pt x="267373" y="490537"/>
                    </a:lnTo>
                    <a:lnTo>
                      <a:pt x="291261" y="474408"/>
                    </a:lnTo>
                    <a:lnTo>
                      <a:pt x="320471" y="468503"/>
                    </a:lnTo>
                    <a:lnTo>
                      <a:pt x="349694" y="474408"/>
                    </a:lnTo>
                    <a:lnTo>
                      <a:pt x="373583" y="490537"/>
                    </a:lnTo>
                    <a:lnTo>
                      <a:pt x="389712" y="514426"/>
                    </a:lnTo>
                    <a:lnTo>
                      <a:pt x="395617" y="543648"/>
                    </a:lnTo>
                    <a:lnTo>
                      <a:pt x="395617" y="478624"/>
                    </a:lnTo>
                    <a:lnTo>
                      <a:pt x="391541" y="472579"/>
                    </a:lnTo>
                    <a:lnTo>
                      <a:pt x="385483" y="468503"/>
                    </a:lnTo>
                    <a:lnTo>
                      <a:pt x="359575" y="451015"/>
                    </a:lnTo>
                    <a:lnTo>
                      <a:pt x="320471" y="443103"/>
                    </a:lnTo>
                    <a:lnTo>
                      <a:pt x="284226" y="449872"/>
                    </a:lnTo>
                    <a:lnTo>
                      <a:pt x="253809" y="468503"/>
                    </a:lnTo>
                    <a:lnTo>
                      <a:pt x="231851" y="496354"/>
                    </a:lnTo>
                    <a:lnTo>
                      <a:pt x="220827" y="530948"/>
                    </a:lnTo>
                    <a:lnTo>
                      <a:pt x="5956" y="530948"/>
                    </a:lnTo>
                    <a:lnTo>
                      <a:pt x="266" y="536625"/>
                    </a:lnTo>
                    <a:lnTo>
                      <a:pt x="266" y="550659"/>
                    </a:lnTo>
                    <a:lnTo>
                      <a:pt x="5956" y="556348"/>
                    </a:lnTo>
                    <a:lnTo>
                      <a:pt x="103949" y="556348"/>
                    </a:lnTo>
                    <a:lnTo>
                      <a:pt x="103949" y="642670"/>
                    </a:lnTo>
                    <a:lnTo>
                      <a:pt x="59423" y="666559"/>
                    </a:lnTo>
                    <a:lnTo>
                      <a:pt x="39598" y="707161"/>
                    </a:lnTo>
                    <a:lnTo>
                      <a:pt x="38671" y="722553"/>
                    </a:lnTo>
                    <a:lnTo>
                      <a:pt x="40754" y="737831"/>
                    </a:lnTo>
                    <a:lnTo>
                      <a:pt x="63601" y="776833"/>
                    </a:lnTo>
                    <a:lnTo>
                      <a:pt x="102438" y="796302"/>
                    </a:lnTo>
                    <a:lnTo>
                      <a:pt x="116624" y="797598"/>
                    </a:lnTo>
                    <a:lnTo>
                      <a:pt x="132270" y="796023"/>
                    </a:lnTo>
                    <a:lnTo>
                      <a:pt x="173888" y="772642"/>
                    </a:lnTo>
                    <a:lnTo>
                      <a:pt x="193332" y="734161"/>
                    </a:lnTo>
                    <a:lnTo>
                      <a:pt x="194691" y="719594"/>
                    </a:lnTo>
                    <a:lnTo>
                      <a:pt x="194691" y="712584"/>
                    </a:lnTo>
                    <a:lnTo>
                      <a:pt x="189001" y="706894"/>
                    </a:lnTo>
                    <a:lnTo>
                      <a:pt x="174967" y="706894"/>
                    </a:lnTo>
                    <a:lnTo>
                      <a:pt x="169303" y="712584"/>
                    </a:lnTo>
                    <a:lnTo>
                      <a:pt x="169291" y="719594"/>
                    </a:lnTo>
                    <a:lnTo>
                      <a:pt x="168376" y="729424"/>
                    </a:lnTo>
                    <a:lnTo>
                      <a:pt x="138303" y="767588"/>
                    </a:lnTo>
                    <a:lnTo>
                      <a:pt x="118656" y="772185"/>
                    </a:lnTo>
                    <a:lnTo>
                      <a:pt x="98704" y="769086"/>
                    </a:lnTo>
                    <a:lnTo>
                      <a:pt x="68795" y="741591"/>
                    </a:lnTo>
                    <a:lnTo>
                      <a:pt x="64058" y="721601"/>
                    </a:lnTo>
                    <a:lnTo>
                      <a:pt x="64681" y="711212"/>
                    </a:lnTo>
                    <a:lnTo>
                      <a:pt x="85826" y="676910"/>
                    </a:lnTo>
                    <a:lnTo>
                      <a:pt x="114668" y="667004"/>
                    </a:lnTo>
                    <a:lnTo>
                      <a:pt x="125069" y="667664"/>
                    </a:lnTo>
                    <a:lnTo>
                      <a:pt x="134975" y="670255"/>
                    </a:lnTo>
                    <a:lnTo>
                      <a:pt x="144183" y="674712"/>
                    </a:lnTo>
                    <a:lnTo>
                      <a:pt x="152450" y="680986"/>
                    </a:lnTo>
                    <a:lnTo>
                      <a:pt x="157581" y="685749"/>
                    </a:lnTo>
                    <a:lnTo>
                      <a:pt x="165608" y="685469"/>
                    </a:lnTo>
                    <a:lnTo>
                      <a:pt x="175158" y="675170"/>
                    </a:lnTo>
                    <a:lnTo>
                      <a:pt x="174853" y="667143"/>
                    </a:lnTo>
                    <a:lnTo>
                      <a:pt x="174701" y="667004"/>
                    </a:lnTo>
                    <a:lnTo>
                      <a:pt x="169710" y="662368"/>
                    </a:lnTo>
                    <a:lnTo>
                      <a:pt x="160705" y="655154"/>
                    </a:lnTo>
                    <a:lnTo>
                      <a:pt x="150901" y="649414"/>
                    </a:lnTo>
                    <a:lnTo>
                      <a:pt x="140411" y="645198"/>
                    </a:lnTo>
                    <a:lnTo>
                      <a:pt x="129349" y="642569"/>
                    </a:lnTo>
                    <a:lnTo>
                      <a:pt x="129349" y="556348"/>
                    </a:lnTo>
                    <a:lnTo>
                      <a:pt x="220827" y="556348"/>
                    </a:lnTo>
                    <a:lnTo>
                      <a:pt x="231851" y="590931"/>
                    </a:lnTo>
                    <a:lnTo>
                      <a:pt x="253834" y="618807"/>
                    </a:lnTo>
                    <a:lnTo>
                      <a:pt x="284226" y="637413"/>
                    </a:lnTo>
                    <a:lnTo>
                      <a:pt x="320471" y="644182"/>
                    </a:lnTo>
                    <a:lnTo>
                      <a:pt x="359575" y="636270"/>
                    </a:lnTo>
                    <a:lnTo>
                      <a:pt x="385495" y="618782"/>
                    </a:lnTo>
                    <a:lnTo>
                      <a:pt x="391541" y="614705"/>
                    </a:lnTo>
                    <a:lnTo>
                      <a:pt x="413105" y="582739"/>
                    </a:lnTo>
                    <a:lnTo>
                      <a:pt x="421017" y="543648"/>
                    </a:lnTo>
                    <a:close/>
                  </a:path>
                  <a:path w="421639" h="798195">
                    <a:moveTo>
                      <a:pt x="421017" y="111937"/>
                    </a:moveTo>
                    <a:lnTo>
                      <a:pt x="413105" y="72834"/>
                    </a:lnTo>
                    <a:lnTo>
                      <a:pt x="391528" y="40868"/>
                    </a:lnTo>
                    <a:lnTo>
                      <a:pt x="359575" y="19304"/>
                    </a:lnTo>
                    <a:lnTo>
                      <a:pt x="320471" y="11391"/>
                    </a:lnTo>
                    <a:lnTo>
                      <a:pt x="284226" y="18161"/>
                    </a:lnTo>
                    <a:lnTo>
                      <a:pt x="253834" y="36766"/>
                    </a:lnTo>
                    <a:lnTo>
                      <a:pt x="231863" y="64643"/>
                    </a:lnTo>
                    <a:lnTo>
                      <a:pt x="220840" y="99237"/>
                    </a:lnTo>
                    <a:lnTo>
                      <a:pt x="129349" y="99237"/>
                    </a:lnTo>
                    <a:lnTo>
                      <a:pt x="129349" y="368"/>
                    </a:lnTo>
                    <a:lnTo>
                      <a:pt x="123659" y="0"/>
                    </a:lnTo>
                    <a:lnTo>
                      <a:pt x="109639" y="0"/>
                    </a:lnTo>
                    <a:lnTo>
                      <a:pt x="103949" y="368"/>
                    </a:lnTo>
                    <a:lnTo>
                      <a:pt x="103949" y="99237"/>
                    </a:lnTo>
                    <a:lnTo>
                      <a:pt x="6159" y="99237"/>
                    </a:lnTo>
                    <a:lnTo>
                      <a:pt x="469" y="104914"/>
                    </a:lnTo>
                    <a:lnTo>
                      <a:pt x="469" y="118948"/>
                    </a:lnTo>
                    <a:lnTo>
                      <a:pt x="6159" y="124637"/>
                    </a:lnTo>
                    <a:lnTo>
                      <a:pt x="13169" y="124637"/>
                    </a:lnTo>
                    <a:lnTo>
                      <a:pt x="220814" y="124637"/>
                    </a:lnTo>
                    <a:lnTo>
                      <a:pt x="239763" y="163309"/>
                    </a:lnTo>
                    <a:lnTo>
                      <a:pt x="252463" y="157429"/>
                    </a:lnTo>
                    <a:lnTo>
                      <a:pt x="255231" y="149872"/>
                    </a:lnTo>
                    <a:lnTo>
                      <a:pt x="252272" y="143510"/>
                    </a:lnTo>
                    <a:lnTo>
                      <a:pt x="249250" y="135940"/>
                    </a:lnTo>
                    <a:lnTo>
                      <a:pt x="247078" y="128130"/>
                    </a:lnTo>
                    <a:lnTo>
                      <a:pt x="245770" y="120116"/>
                    </a:lnTo>
                    <a:lnTo>
                      <a:pt x="245338" y="111937"/>
                    </a:lnTo>
                    <a:lnTo>
                      <a:pt x="251256" y="82702"/>
                    </a:lnTo>
                    <a:lnTo>
                      <a:pt x="267373" y="58813"/>
                    </a:lnTo>
                    <a:lnTo>
                      <a:pt x="291261" y="42697"/>
                    </a:lnTo>
                    <a:lnTo>
                      <a:pt x="320471" y="36791"/>
                    </a:lnTo>
                    <a:lnTo>
                      <a:pt x="349694" y="42697"/>
                    </a:lnTo>
                    <a:lnTo>
                      <a:pt x="373583" y="58813"/>
                    </a:lnTo>
                    <a:lnTo>
                      <a:pt x="389699" y="82702"/>
                    </a:lnTo>
                    <a:lnTo>
                      <a:pt x="395617" y="111937"/>
                    </a:lnTo>
                    <a:lnTo>
                      <a:pt x="389699" y="141147"/>
                    </a:lnTo>
                    <a:lnTo>
                      <a:pt x="373583" y="165036"/>
                    </a:lnTo>
                    <a:lnTo>
                      <a:pt x="349694" y="181152"/>
                    </a:lnTo>
                    <a:lnTo>
                      <a:pt x="320471" y="187071"/>
                    </a:lnTo>
                    <a:lnTo>
                      <a:pt x="312242" y="186626"/>
                    </a:lnTo>
                    <a:lnTo>
                      <a:pt x="304203" y="185305"/>
                    </a:lnTo>
                    <a:lnTo>
                      <a:pt x="296367" y="183134"/>
                    </a:lnTo>
                    <a:lnTo>
                      <a:pt x="288772" y="180086"/>
                    </a:lnTo>
                    <a:lnTo>
                      <a:pt x="282422" y="177126"/>
                    </a:lnTo>
                    <a:lnTo>
                      <a:pt x="274853" y="179882"/>
                    </a:lnTo>
                    <a:lnTo>
                      <a:pt x="268935" y="192595"/>
                    </a:lnTo>
                    <a:lnTo>
                      <a:pt x="271678" y="200139"/>
                    </a:lnTo>
                    <a:lnTo>
                      <a:pt x="278041" y="203111"/>
                    </a:lnTo>
                    <a:lnTo>
                      <a:pt x="288213" y="207187"/>
                    </a:lnTo>
                    <a:lnTo>
                      <a:pt x="298704" y="210108"/>
                    </a:lnTo>
                    <a:lnTo>
                      <a:pt x="309473" y="211874"/>
                    </a:lnTo>
                    <a:lnTo>
                      <a:pt x="320471" y="212471"/>
                    </a:lnTo>
                    <a:lnTo>
                      <a:pt x="359575" y="204558"/>
                    </a:lnTo>
                    <a:lnTo>
                      <a:pt x="391528" y="182981"/>
                    </a:lnTo>
                    <a:lnTo>
                      <a:pt x="413105" y="151028"/>
                    </a:lnTo>
                    <a:lnTo>
                      <a:pt x="421017" y="111937"/>
                    </a:lnTo>
                    <a:close/>
                  </a:path>
                </a:pathLst>
              </a:custGeom>
              <a:solidFill>
                <a:srgbClr val="707271"/>
              </a:solidFill>
              <a:ln>
                <a:solidFill>
                  <a:schemeClr val="bg1"/>
                </a:solidFill>
              </a:ln>
            </p:spPr>
            <p:txBody>
              <a:bodyPr wrap="square" lIns="0" tIns="0" rIns="0" bIns="0" rtlCol="0"/>
              <a:lstStyle/>
              <a:p>
                <a:pPr marL="0" marR="0" lvl="0" indent="0" algn="l" defTabSz="554394"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prstClr val="black"/>
                  </a:solidFill>
                  <a:effectLst/>
                  <a:uLnTx/>
                  <a:uFillTx/>
                  <a:latin typeface="Calibri"/>
                  <a:ea typeface="+mn-ea"/>
                  <a:cs typeface="+mn-cs"/>
                </a:endParaRPr>
              </a:p>
            </p:txBody>
          </p:sp>
        </p:grpSp>
        <p:sp>
          <p:nvSpPr>
            <p:cNvPr id="99" name="object 26">
              <a:extLst>
                <a:ext uri="{FF2B5EF4-FFF2-40B4-BE49-F238E27FC236}">
                  <a16:creationId xmlns:a16="http://schemas.microsoft.com/office/drawing/2014/main" id="{AFE14A59-681C-41EF-26FA-FAC17ECA48C7}"/>
                </a:ext>
              </a:extLst>
            </p:cNvPr>
            <p:cNvSpPr/>
            <p:nvPr/>
          </p:nvSpPr>
          <p:spPr>
            <a:xfrm>
              <a:off x="5147295" y="2452020"/>
              <a:ext cx="421640" cy="934085"/>
            </a:xfrm>
            <a:custGeom>
              <a:avLst/>
              <a:gdLst/>
              <a:ahLst/>
              <a:cxnLst/>
              <a:rect l="l" t="t" r="r" b="b"/>
              <a:pathLst>
                <a:path w="421639" h="934085">
                  <a:moveTo>
                    <a:pt x="285038" y="0"/>
                  </a:moveTo>
                  <a:lnTo>
                    <a:pt x="242074" y="6949"/>
                  </a:lnTo>
                  <a:lnTo>
                    <a:pt x="204724" y="26291"/>
                  </a:lnTo>
                  <a:lnTo>
                    <a:pt x="175249" y="55766"/>
                  </a:lnTo>
                  <a:lnTo>
                    <a:pt x="155907" y="93115"/>
                  </a:lnTo>
                  <a:lnTo>
                    <a:pt x="148958" y="136080"/>
                  </a:lnTo>
                  <a:lnTo>
                    <a:pt x="149253" y="144830"/>
                  </a:lnTo>
                  <a:lnTo>
                    <a:pt x="150121" y="153474"/>
                  </a:lnTo>
                  <a:lnTo>
                    <a:pt x="151535" y="162006"/>
                  </a:lnTo>
                  <a:lnTo>
                    <a:pt x="153466" y="170421"/>
                  </a:lnTo>
                  <a:lnTo>
                    <a:pt x="151384" y="170395"/>
                  </a:lnTo>
                  <a:lnTo>
                    <a:pt x="102605" y="180204"/>
                  </a:lnTo>
                  <a:lnTo>
                    <a:pt x="60569" y="203915"/>
                  </a:lnTo>
                  <a:lnTo>
                    <a:pt x="27790" y="238852"/>
                  </a:lnTo>
                  <a:lnTo>
                    <a:pt x="6779" y="282338"/>
                  </a:lnTo>
                  <a:lnTo>
                    <a:pt x="50" y="331698"/>
                  </a:lnTo>
                  <a:lnTo>
                    <a:pt x="6488" y="372501"/>
                  </a:lnTo>
                  <a:lnTo>
                    <a:pt x="22974" y="409614"/>
                  </a:lnTo>
                  <a:lnTo>
                    <a:pt x="48299" y="441253"/>
                  </a:lnTo>
                  <a:lnTo>
                    <a:pt x="81254" y="465632"/>
                  </a:lnTo>
                  <a:lnTo>
                    <a:pt x="47529" y="490671"/>
                  </a:lnTo>
                  <a:lnTo>
                    <a:pt x="21934" y="523217"/>
                  </a:lnTo>
                  <a:lnTo>
                    <a:pt x="5686" y="561426"/>
                  </a:lnTo>
                  <a:lnTo>
                    <a:pt x="0" y="603453"/>
                  </a:lnTo>
                  <a:lnTo>
                    <a:pt x="7914" y="650738"/>
                  </a:lnTo>
                  <a:lnTo>
                    <a:pt x="29912" y="692566"/>
                  </a:lnTo>
                  <a:lnTo>
                    <a:pt x="63373" y="726451"/>
                  </a:lnTo>
                  <a:lnTo>
                    <a:pt x="105677" y="749912"/>
                  </a:lnTo>
                  <a:lnTo>
                    <a:pt x="154203" y="760463"/>
                  </a:lnTo>
                  <a:lnTo>
                    <a:pt x="151980" y="769419"/>
                  </a:lnTo>
                  <a:lnTo>
                    <a:pt x="150333" y="778583"/>
                  </a:lnTo>
                  <a:lnTo>
                    <a:pt x="149309" y="787941"/>
                  </a:lnTo>
                  <a:lnTo>
                    <a:pt x="148958" y="797483"/>
                  </a:lnTo>
                  <a:lnTo>
                    <a:pt x="155907" y="840448"/>
                  </a:lnTo>
                  <a:lnTo>
                    <a:pt x="175249" y="877797"/>
                  </a:lnTo>
                  <a:lnTo>
                    <a:pt x="204724" y="907273"/>
                  </a:lnTo>
                  <a:lnTo>
                    <a:pt x="242074" y="926614"/>
                  </a:lnTo>
                  <a:lnTo>
                    <a:pt x="285038" y="933564"/>
                  </a:lnTo>
                  <a:lnTo>
                    <a:pt x="328003" y="926614"/>
                  </a:lnTo>
                  <a:lnTo>
                    <a:pt x="365352" y="907273"/>
                  </a:lnTo>
                  <a:lnTo>
                    <a:pt x="394828" y="877797"/>
                  </a:lnTo>
                  <a:lnTo>
                    <a:pt x="414169" y="840448"/>
                  </a:lnTo>
                  <a:lnTo>
                    <a:pt x="421119" y="797483"/>
                  </a:lnTo>
                  <a:lnTo>
                    <a:pt x="421119" y="401180"/>
                  </a:lnTo>
                  <a:lnTo>
                    <a:pt x="415429" y="395490"/>
                  </a:lnTo>
                  <a:lnTo>
                    <a:pt x="401396" y="395490"/>
                  </a:lnTo>
                  <a:lnTo>
                    <a:pt x="395719" y="401180"/>
                  </a:lnTo>
                  <a:lnTo>
                    <a:pt x="395719" y="797483"/>
                  </a:lnTo>
                  <a:lnTo>
                    <a:pt x="387006" y="840527"/>
                  </a:lnTo>
                  <a:lnTo>
                    <a:pt x="363262" y="875712"/>
                  </a:lnTo>
                  <a:lnTo>
                    <a:pt x="328076" y="899453"/>
                  </a:lnTo>
                  <a:lnTo>
                    <a:pt x="285038" y="908164"/>
                  </a:lnTo>
                  <a:lnTo>
                    <a:pt x="241995" y="899453"/>
                  </a:lnTo>
                  <a:lnTo>
                    <a:pt x="206809" y="875712"/>
                  </a:lnTo>
                  <a:lnTo>
                    <a:pt x="183068" y="840527"/>
                  </a:lnTo>
                  <a:lnTo>
                    <a:pt x="174358" y="797483"/>
                  </a:lnTo>
                  <a:lnTo>
                    <a:pt x="183068" y="754445"/>
                  </a:lnTo>
                  <a:lnTo>
                    <a:pt x="206809" y="719259"/>
                  </a:lnTo>
                  <a:lnTo>
                    <a:pt x="241995" y="695515"/>
                  </a:lnTo>
                  <a:lnTo>
                    <a:pt x="285038" y="686803"/>
                  </a:lnTo>
                  <a:lnTo>
                    <a:pt x="292049" y="686803"/>
                  </a:lnTo>
                  <a:lnTo>
                    <a:pt x="297738" y="681126"/>
                  </a:lnTo>
                  <a:lnTo>
                    <a:pt x="297738" y="667092"/>
                  </a:lnTo>
                  <a:lnTo>
                    <a:pt x="292049" y="661403"/>
                  </a:lnTo>
                  <a:lnTo>
                    <a:pt x="285038" y="661403"/>
                  </a:lnTo>
                  <a:lnTo>
                    <a:pt x="247064" y="666808"/>
                  </a:lnTo>
                  <a:lnTo>
                    <a:pt x="213228" y="681997"/>
                  </a:lnTo>
                  <a:lnTo>
                    <a:pt x="185042" y="705428"/>
                  </a:lnTo>
                  <a:lnTo>
                    <a:pt x="164020" y="735558"/>
                  </a:lnTo>
                  <a:lnTo>
                    <a:pt x="120713" y="728505"/>
                  </a:lnTo>
                  <a:lnTo>
                    <a:pt x="82724" y="709426"/>
                  </a:lnTo>
                  <a:lnTo>
                    <a:pt x="52526" y="680663"/>
                  </a:lnTo>
                  <a:lnTo>
                    <a:pt x="32593" y="644558"/>
                  </a:lnTo>
                  <a:lnTo>
                    <a:pt x="25400" y="603453"/>
                  </a:lnTo>
                  <a:lnTo>
                    <a:pt x="31085" y="565049"/>
                  </a:lnTo>
                  <a:lnTo>
                    <a:pt x="47251" y="530647"/>
                  </a:lnTo>
                  <a:lnTo>
                    <a:pt x="72564" y="502269"/>
                  </a:lnTo>
                  <a:lnTo>
                    <a:pt x="105689" y="481939"/>
                  </a:lnTo>
                  <a:lnTo>
                    <a:pt x="112229" y="479145"/>
                  </a:lnTo>
                  <a:lnTo>
                    <a:pt x="116459" y="472744"/>
                  </a:lnTo>
                  <a:lnTo>
                    <a:pt x="116446" y="458533"/>
                  </a:lnTo>
                  <a:lnTo>
                    <a:pt x="112217" y="452145"/>
                  </a:lnTo>
                  <a:lnTo>
                    <a:pt x="105664" y="449338"/>
                  </a:lnTo>
                  <a:lnTo>
                    <a:pt x="73269" y="429547"/>
                  </a:lnTo>
                  <a:lnTo>
                    <a:pt x="48206" y="401929"/>
                  </a:lnTo>
                  <a:lnTo>
                    <a:pt x="31815" y="368453"/>
                  </a:lnTo>
                  <a:lnTo>
                    <a:pt x="25438" y="331089"/>
                  </a:lnTo>
                  <a:lnTo>
                    <a:pt x="34630" y="280520"/>
                  </a:lnTo>
                  <a:lnTo>
                    <a:pt x="61814" y="237951"/>
                  </a:lnTo>
                  <a:lnTo>
                    <a:pt x="102537" y="208125"/>
                  </a:lnTo>
                  <a:lnTo>
                    <a:pt x="152349" y="195783"/>
                  </a:lnTo>
                  <a:lnTo>
                    <a:pt x="179149" y="197380"/>
                  </a:lnTo>
                  <a:lnTo>
                    <a:pt x="228139" y="216037"/>
                  </a:lnTo>
                  <a:lnTo>
                    <a:pt x="266519" y="252996"/>
                  </a:lnTo>
                  <a:lnTo>
                    <a:pt x="287028" y="301193"/>
                  </a:lnTo>
                  <a:lnTo>
                    <a:pt x="289687" y="327825"/>
                  </a:lnTo>
                  <a:lnTo>
                    <a:pt x="289687" y="334835"/>
                  </a:lnTo>
                  <a:lnTo>
                    <a:pt x="295363" y="340525"/>
                  </a:lnTo>
                  <a:lnTo>
                    <a:pt x="309397" y="340525"/>
                  </a:lnTo>
                  <a:lnTo>
                    <a:pt x="315087" y="334835"/>
                  </a:lnTo>
                  <a:lnTo>
                    <a:pt x="315087" y="327825"/>
                  </a:lnTo>
                  <a:lnTo>
                    <a:pt x="311921" y="296070"/>
                  </a:lnTo>
                  <a:lnTo>
                    <a:pt x="287478" y="238615"/>
                  </a:lnTo>
                  <a:lnTo>
                    <a:pt x="247698" y="198607"/>
                  </a:lnTo>
                  <a:lnTo>
                    <a:pt x="204193" y="177384"/>
                  </a:lnTo>
                  <a:lnTo>
                    <a:pt x="180467" y="172059"/>
                  </a:lnTo>
                  <a:lnTo>
                    <a:pt x="177830" y="163321"/>
                  </a:lnTo>
                  <a:lnTo>
                    <a:pt x="175917" y="154398"/>
                  </a:lnTo>
                  <a:lnTo>
                    <a:pt x="174752" y="145311"/>
                  </a:lnTo>
                  <a:lnTo>
                    <a:pt x="174358" y="136080"/>
                  </a:lnTo>
                  <a:lnTo>
                    <a:pt x="183068" y="93042"/>
                  </a:lnTo>
                  <a:lnTo>
                    <a:pt x="206809" y="57856"/>
                  </a:lnTo>
                  <a:lnTo>
                    <a:pt x="241995" y="34112"/>
                  </a:lnTo>
                  <a:lnTo>
                    <a:pt x="285038" y="25400"/>
                  </a:lnTo>
                  <a:lnTo>
                    <a:pt x="328076" y="34112"/>
                  </a:lnTo>
                  <a:lnTo>
                    <a:pt x="363262" y="57856"/>
                  </a:lnTo>
                  <a:lnTo>
                    <a:pt x="387006" y="93042"/>
                  </a:lnTo>
                  <a:lnTo>
                    <a:pt x="395719" y="136080"/>
                  </a:lnTo>
                  <a:lnTo>
                    <a:pt x="395719" y="254863"/>
                  </a:lnTo>
                  <a:lnTo>
                    <a:pt x="401396" y="260565"/>
                  </a:lnTo>
                  <a:lnTo>
                    <a:pt x="415429" y="260565"/>
                  </a:lnTo>
                  <a:lnTo>
                    <a:pt x="421119" y="254863"/>
                  </a:lnTo>
                  <a:lnTo>
                    <a:pt x="421119" y="136080"/>
                  </a:lnTo>
                  <a:lnTo>
                    <a:pt x="414169" y="93115"/>
                  </a:lnTo>
                  <a:lnTo>
                    <a:pt x="394828" y="55766"/>
                  </a:lnTo>
                  <a:lnTo>
                    <a:pt x="365352" y="26291"/>
                  </a:lnTo>
                  <a:lnTo>
                    <a:pt x="328003" y="6949"/>
                  </a:lnTo>
                  <a:lnTo>
                    <a:pt x="285038" y="0"/>
                  </a:lnTo>
                  <a:close/>
                </a:path>
              </a:pathLst>
            </a:custGeom>
            <a:solidFill>
              <a:srgbClr val="707271"/>
            </a:solidFill>
            <a:ln>
              <a:solidFill>
                <a:schemeClr val="bg1"/>
              </a:solidFill>
            </a:ln>
          </p:spPr>
          <p:txBody>
            <a:bodyPr wrap="square" lIns="0" tIns="0" rIns="0" bIns="0" rtlCol="0"/>
            <a:lstStyle/>
            <a:p>
              <a:pPr marL="0" marR="0" lvl="0" indent="0" algn="l" defTabSz="554394"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3" name="object 27">
            <a:extLst>
              <a:ext uri="{FF2B5EF4-FFF2-40B4-BE49-F238E27FC236}">
                <a16:creationId xmlns:a16="http://schemas.microsoft.com/office/drawing/2014/main" id="{3F222F49-D432-5CB6-6ECC-33C25D448C36}"/>
              </a:ext>
            </a:extLst>
          </p:cNvPr>
          <p:cNvGrpSpPr/>
          <p:nvPr/>
        </p:nvGrpSpPr>
        <p:grpSpPr>
          <a:xfrm>
            <a:off x="1049282" y="3769141"/>
            <a:ext cx="487981" cy="515494"/>
            <a:chOff x="7016530" y="2416019"/>
            <a:chExt cx="935355" cy="933450"/>
          </a:xfrm>
        </p:grpSpPr>
        <p:pic>
          <p:nvPicPr>
            <p:cNvPr id="95" name="object 28">
              <a:extLst>
                <a:ext uri="{FF2B5EF4-FFF2-40B4-BE49-F238E27FC236}">
                  <a16:creationId xmlns:a16="http://schemas.microsoft.com/office/drawing/2014/main" id="{F67402B8-3EE5-4ABF-3B83-75A22785225E}"/>
                </a:ext>
              </a:extLst>
            </p:cNvPr>
            <p:cNvPicPr/>
            <p:nvPr/>
          </p:nvPicPr>
          <p:blipFill>
            <a:blip r:embed="rId8" cstate="print"/>
            <a:stretch>
              <a:fillRect/>
            </a:stretch>
          </p:blipFill>
          <p:spPr>
            <a:xfrm>
              <a:off x="7217477" y="2734307"/>
              <a:ext cx="150406" cy="150418"/>
            </a:xfrm>
            <a:prstGeom prst="rect">
              <a:avLst/>
            </a:prstGeom>
            <a:ln>
              <a:solidFill>
                <a:schemeClr val="bg1"/>
              </a:solidFill>
            </a:ln>
          </p:spPr>
        </p:pic>
        <p:pic>
          <p:nvPicPr>
            <p:cNvPr id="96" name="object 29">
              <a:extLst>
                <a:ext uri="{FF2B5EF4-FFF2-40B4-BE49-F238E27FC236}">
                  <a16:creationId xmlns:a16="http://schemas.microsoft.com/office/drawing/2014/main" id="{BB3D0D63-6E52-2A29-255C-7901B217E2CE}"/>
                </a:ext>
              </a:extLst>
            </p:cNvPr>
            <p:cNvPicPr/>
            <p:nvPr/>
          </p:nvPicPr>
          <p:blipFill>
            <a:blip r:embed="rId8" cstate="print"/>
            <a:stretch>
              <a:fillRect/>
            </a:stretch>
          </p:blipFill>
          <p:spPr>
            <a:xfrm>
              <a:off x="7601689" y="2734830"/>
              <a:ext cx="150418" cy="150418"/>
            </a:xfrm>
            <a:prstGeom prst="rect">
              <a:avLst/>
            </a:prstGeom>
            <a:ln>
              <a:solidFill>
                <a:schemeClr val="bg1"/>
              </a:solidFill>
            </a:ln>
          </p:spPr>
        </p:pic>
        <p:sp>
          <p:nvSpPr>
            <p:cNvPr id="97" name="object 30">
              <a:extLst>
                <a:ext uri="{FF2B5EF4-FFF2-40B4-BE49-F238E27FC236}">
                  <a16:creationId xmlns:a16="http://schemas.microsoft.com/office/drawing/2014/main" id="{34849A27-1250-7EE8-7F1D-1A6BAAE58CB2}"/>
                </a:ext>
              </a:extLst>
            </p:cNvPr>
            <p:cNvSpPr/>
            <p:nvPr/>
          </p:nvSpPr>
          <p:spPr>
            <a:xfrm>
              <a:off x="7016522" y="2416022"/>
              <a:ext cx="935355" cy="933450"/>
            </a:xfrm>
            <a:custGeom>
              <a:avLst/>
              <a:gdLst/>
              <a:ahLst/>
              <a:cxnLst/>
              <a:rect l="l" t="t" r="r" b="b"/>
              <a:pathLst>
                <a:path w="935354" h="933450">
                  <a:moveTo>
                    <a:pt x="599287" y="564121"/>
                  </a:moveTo>
                  <a:lnTo>
                    <a:pt x="593598" y="558444"/>
                  </a:lnTo>
                  <a:lnTo>
                    <a:pt x="343192" y="558444"/>
                  </a:lnTo>
                  <a:lnTo>
                    <a:pt x="337515" y="564121"/>
                  </a:lnTo>
                  <a:lnTo>
                    <a:pt x="337515" y="578167"/>
                  </a:lnTo>
                  <a:lnTo>
                    <a:pt x="343192" y="583844"/>
                  </a:lnTo>
                  <a:lnTo>
                    <a:pt x="350215" y="583844"/>
                  </a:lnTo>
                  <a:lnTo>
                    <a:pt x="593598" y="583844"/>
                  </a:lnTo>
                  <a:lnTo>
                    <a:pt x="599287" y="578167"/>
                  </a:lnTo>
                  <a:lnTo>
                    <a:pt x="599287" y="564121"/>
                  </a:lnTo>
                  <a:close/>
                </a:path>
                <a:path w="935354" h="933450">
                  <a:moveTo>
                    <a:pt x="935304" y="401320"/>
                  </a:moveTo>
                  <a:lnTo>
                    <a:pt x="929551" y="372897"/>
                  </a:lnTo>
                  <a:lnTo>
                    <a:pt x="916533" y="353606"/>
                  </a:lnTo>
                  <a:lnTo>
                    <a:pt x="913866" y="349656"/>
                  </a:lnTo>
                  <a:lnTo>
                    <a:pt x="909904" y="346989"/>
                  </a:lnTo>
                  <a:lnTo>
                    <a:pt x="909904" y="401320"/>
                  </a:lnTo>
                  <a:lnTo>
                    <a:pt x="909904" y="475043"/>
                  </a:lnTo>
                  <a:lnTo>
                    <a:pt x="906145" y="493598"/>
                  </a:lnTo>
                  <a:lnTo>
                    <a:pt x="895908" y="508762"/>
                  </a:lnTo>
                  <a:lnTo>
                    <a:pt x="880745" y="518998"/>
                  </a:lnTo>
                  <a:lnTo>
                    <a:pt x="862190" y="522744"/>
                  </a:lnTo>
                  <a:lnTo>
                    <a:pt x="855637" y="522744"/>
                  </a:lnTo>
                  <a:lnTo>
                    <a:pt x="855637" y="353606"/>
                  </a:lnTo>
                  <a:lnTo>
                    <a:pt x="862190" y="353606"/>
                  </a:lnTo>
                  <a:lnTo>
                    <a:pt x="880745" y="357365"/>
                  </a:lnTo>
                  <a:lnTo>
                    <a:pt x="895908" y="367601"/>
                  </a:lnTo>
                  <a:lnTo>
                    <a:pt x="906145" y="382778"/>
                  </a:lnTo>
                  <a:lnTo>
                    <a:pt x="909904" y="401320"/>
                  </a:lnTo>
                  <a:lnTo>
                    <a:pt x="909904" y="346989"/>
                  </a:lnTo>
                  <a:lnTo>
                    <a:pt x="890625" y="333959"/>
                  </a:lnTo>
                  <a:lnTo>
                    <a:pt x="862190" y="328206"/>
                  </a:lnTo>
                  <a:lnTo>
                    <a:pt x="855637" y="328206"/>
                  </a:lnTo>
                  <a:lnTo>
                    <a:pt x="855637" y="240068"/>
                  </a:lnTo>
                  <a:lnTo>
                    <a:pt x="831240" y="203288"/>
                  </a:lnTo>
                  <a:lnTo>
                    <a:pt x="815721" y="200139"/>
                  </a:lnTo>
                  <a:lnTo>
                    <a:pt x="479920" y="200139"/>
                  </a:lnTo>
                  <a:lnTo>
                    <a:pt x="479920" y="102527"/>
                  </a:lnTo>
                  <a:lnTo>
                    <a:pt x="510984" y="78613"/>
                  </a:lnTo>
                  <a:lnTo>
                    <a:pt x="515518" y="71780"/>
                  </a:lnTo>
                  <a:lnTo>
                    <a:pt x="519328" y="52146"/>
                  </a:lnTo>
                  <a:lnTo>
                    <a:pt x="515518" y="32512"/>
                  </a:lnTo>
                  <a:lnTo>
                    <a:pt x="510806" y="25400"/>
                  </a:lnTo>
                  <a:lnTo>
                    <a:pt x="504088" y="15278"/>
                  </a:lnTo>
                  <a:lnTo>
                    <a:pt x="496138" y="8737"/>
                  </a:lnTo>
                  <a:lnTo>
                    <a:pt x="493941" y="7569"/>
                  </a:lnTo>
                  <a:lnTo>
                    <a:pt x="493941" y="52146"/>
                  </a:lnTo>
                  <a:lnTo>
                    <a:pt x="491985" y="62204"/>
                  </a:lnTo>
                  <a:lnTo>
                    <a:pt x="486130" y="71043"/>
                  </a:lnTo>
                  <a:lnTo>
                    <a:pt x="477354" y="76720"/>
                  </a:lnTo>
                  <a:lnTo>
                    <a:pt x="467220" y="78613"/>
                  </a:lnTo>
                  <a:lnTo>
                    <a:pt x="457060" y="76720"/>
                  </a:lnTo>
                  <a:lnTo>
                    <a:pt x="448310" y="71043"/>
                  </a:lnTo>
                  <a:lnTo>
                    <a:pt x="442455" y="62204"/>
                  </a:lnTo>
                  <a:lnTo>
                    <a:pt x="440499" y="52146"/>
                  </a:lnTo>
                  <a:lnTo>
                    <a:pt x="442455" y="42075"/>
                  </a:lnTo>
                  <a:lnTo>
                    <a:pt x="448310" y="33235"/>
                  </a:lnTo>
                  <a:lnTo>
                    <a:pt x="453364" y="28181"/>
                  </a:lnTo>
                  <a:lnTo>
                    <a:pt x="460082" y="25400"/>
                  </a:lnTo>
                  <a:lnTo>
                    <a:pt x="474357" y="25400"/>
                  </a:lnTo>
                  <a:lnTo>
                    <a:pt x="481076" y="28181"/>
                  </a:lnTo>
                  <a:lnTo>
                    <a:pt x="486130" y="33235"/>
                  </a:lnTo>
                  <a:lnTo>
                    <a:pt x="491985" y="42075"/>
                  </a:lnTo>
                  <a:lnTo>
                    <a:pt x="493941" y="52146"/>
                  </a:lnTo>
                  <a:lnTo>
                    <a:pt x="493941" y="7569"/>
                  </a:lnTo>
                  <a:lnTo>
                    <a:pt x="487184" y="3949"/>
                  </a:lnTo>
                  <a:lnTo>
                    <a:pt x="477469" y="1003"/>
                  </a:lnTo>
                  <a:lnTo>
                    <a:pt x="467220" y="0"/>
                  </a:lnTo>
                  <a:lnTo>
                    <a:pt x="456971" y="1003"/>
                  </a:lnTo>
                  <a:lnTo>
                    <a:pt x="418922" y="32512"/>
                  </a:lnTo>
                  <a:lnTo>
                    <a:pt x="415112" y="52146"/>
                  </a:lnTo>
                  <a:lnTo>
                    <a:pt x="418922" y="71780"/>
                  </a:lnTo>
                  <a:lnTo>
                    <a:pt x="447878" y="100418"/>
                  </a:lnTo>
                  <a:lnTo>
                    <a:pt x="454520" y="102527"/>
                  </a:lnTo>
                  <a:lnTo>
                    <a:pt x="454520" y="200139"/>
                  </a:lnTo>
                  <a:lnTo>
                    <a:pt x="121081" y="200139"/>
                  </a:lnTo>
                  <a:lnTo>
                    <a:pt x="105549" y="203288"/>
                  </a:lnTo>
                  <a:lnTo>
                    <a:pt x="92862" y="211848"/>
                  </a:lnTo>
                  <a:lnTo>
                    <a:pt x="84302" y="224548"/>
                  </a:lnTo>
                  <a:lnTo>
                    <a:pt x="81153" y="240068"/>
                  </a:lnTo>
                  <a:lnTo>
                    <a:pt x="81153" y="328206"/>
                  </a:lnTo>
                  <a:lnTo>
                    <a:pt x="81153" y="353606"/>
                  </a:lnTo>
                  <a:lnTo>
                    <a:pt x="81153" y="522744"/>
                  </a:lnTo>
                  <a:lnTo>
                    <a:pt x="73113" y="522744"/>
                  </a:lnTo>
                  <a:lnTo>
                    <a:pt x="54559" y="518998"/>
                  </a:lnTo>
                  <a:lnTo>
                    <a:pt x="39395" y="508762"/>
                  </a:lnTo>
                  <a:lnTo>
                    <a:pt x="29159" y="493598"/>
                  </a:lnTo>
                  <a:lnTo>
                    <a:pt x="25400" y="475043"/>
                  </a:lnTo>
                  <a:lnTo>
                    <a:pt x="25400" y="401320"/>
                  </a:lnTo>
                  <a:lnTo>
                    <a:pt x="29159" y="382778"/>
                  </a:lnTo>
                  <a:lnTo>
                    <a:pt x="39395" y="367601"/>
                  </a:lnTo>
                  <a:lnTo>
                    <a:pt x="54559" y="357365"/>
                  </a:lnTo>
                  <a:lnTo>
                    <a:pt x="73113" y="353606"/>
                  </a:lnTo>
                  <a:lnTo>
                    <a:pt x="81153" y="353606"/>
                  </a:lnTo>
                  <a:lnTo>
                    <a:pt x="81153" y="328206"/>
                  </a:lnTo>
                  <a:lnTo>
                    <a:pt x="73113" y="328206"/>
                  </a:lnTo>
                  <a:lnTo>
                    <a:pt x="44691" y="333959"/>
                  </a:lnTo>
                  <a:lnTo>
                    <a:pt x="21437" y="349656"/>
                  </a:lnTo>
                  <a:lnTo>
                    <a:pt x="5753" y="372897"/>
                  </a:lnTo>
                  <a:lnTo>
                    <a:pt x="0" y="401320"/>
                  </a:lnTo>
                  <a:lnTo>
                    <a:pt x="0" y="475043"/>
                  </a:lnTo>
                  <a:lnTo>
                    <a:pt x="5753" y="503478"/>
                  </a:lnTo>
                  <a:lnTo>
                    <a:pt x="21437" y="526719"/>
                  </a:lnTo>
                  <a:lnTo>
                    <a:pt x="44691" y="542391"/>
                  </a:lnTo>
                  <a:lnTo>
                    <a:pt x="73113" y="548144"/>
                  </a:lnTo>
                  <a:lnTo>
                    <a:pt x="81153" y="548144"/>
                  </a:lnTo>
                  <a:lnTo>
                    <a:pt x="81153" y="659193"/>
                  </a:lnTo>
                  <a:lnTo>
                    <a:pt x="82207" y="664070"/>
                  </a:lnTo>
                  <a:lnTo>
                    <a:pt x="83985" y="668578"/>
                  </a:lnTo>
                  <a:lnTo>
                    <a:pt x="43586" y="668578"/>
                  </a:lnTo>
                  <a:lnTo>
                    <a:pt x="27178" y="671906"/>
                  </a:lnTo>
                  <a:lnTo>
                    <a:pt x="13779" y="680948"/>
                  </a:lnTo>
                  <a:lnTo>
                    <a:pt x="4724" y="694359"/>
                  </a:lnTo>
                  <a:lnTo>
                    <a:pt x="1409" y="710768"/>
                  </a:lnTo>
                  <a:lnTo>
                    <a:pt x="1409" y="890943"/>
                  </a:lnTo>
                  <a:lnTo>
                    <a:pt x="4724" y="907351"/>
                  </a:lnTo>
                  <a:lnTo>
                    <a:pt x="13779" y="920750"/>
                  </a:lnTo>
                  <a:lnTo>
                    <a:pt x="27178" y="929805"/>
                  </a:lnTo>
                  <a:lnTo>
                    <a:pt x="43586" y="933119"/>
                  </a:lnTo>
                  <a:lnTo>
                    <a:pt x="702208" y="933119"/>
                  </a:lnTo>
                  <a:lnTo>
                    <a:pt x="707898" y="927442"/>
                  </a:lnTo>
                  <a:lnTo>
                    <a:pt x="707898" y="913409"/>
                  </a:lnTo>
                  <a:lnTo>
                    <a:pt x="702208" y="907719"/>
                  </a:lnTo>
                  <a:lnTo>
                    <a:pt x="34340" y="907719"/>
                  </a:lnTo>
                  <a:lnTo>
                    <a:pt x="26809" y="900201"/>
                  </a:lnTo>
                  <a:lnTo>
                    <a:pt x="26809" y="701509"/>
                  </a:lnTo>
                  <a:lnTo>
                    <a:pt x="34340" y="693978"/>
                  </a:lnTo>
                  <a:lnTo>
                    <a:pt x="902373" y="693978"/>
                  </a:lnTo>
                  <a:lnTo>
                    <a:pt x="909904" y="701509"/>
                  </a:lnTo>
                  <a:lnTo>
                    <a:pt x="909904" y="900201"/>
                  </a:lnTo>
                  <a:lnTo>
                    <a:pt x="902373" y="907719"/>
                  </a:lnTo>
                  <a:lnTo>
                    <a:pt x="836345" y="907719"/>
                  </a:lnTo>
                  <a:lnTo>
                    <a:pt x="830668" y="913409"/>
                  </a:lnTo>
                  <a:lnTo>
                    <a:pt x="830668" y="927442"/>
                  </a:lnTo>
                  <a:lnTo>
                    <a:pt x="836345" y="933119"/>
                  </a:lnTo>
                  <a:lnTo>
                    <a:pt x="893127" y="933119"/>
                  </a:lnTo>
                  <a:lnTo>
                    <a:pt x="909535" y="929805"/>
                  </a:lnTo>
                  <a:lnTo>
                    <a:pt x="922934" y="920750"/>
                  </a:lnTo>
                  <a:lnTo>
                    <a:pt x="931989" y="907351"/>
                  </a:lnTo>
                  <a:lnTo>
                    <a:pt x="935304" y="890943"/>
                  </a:lnTo>
                  <a:lnTo>
                    <a:pt x="935304" y="710768"/>
                  </a:lnTo>
                  <a:lnTo>
                    <a:pt x="931989" y="694359"/>
                  </a:lnTo>
                  <a:lnTo>
                    <a:pt x="931722" y="693978"/>
                  </a:lnTo>
                  <a:lnTo>
                    <a:pt x="922934" y="680948"/>
                  </a:lnTo>
                  <a:lnTo>
                    <a:pt x="909535" y="671906"/>
                  </a:lnTo>
                  <a:lnTo>
                    <a:pt x="893127" y="668578"/>
                  </a:lnTo>
                  <a:lnTo>
                    <a:pt x="113080" y="668578"/>
                  </a:lnTo>
                  <a:lnTo>
                    <a:pt x="106553" y="662076"/>
                  </a:lnTo>
                  <a:lnTo>
                    <a:pt x="106553" y="522744"/>
                  </a:lnTo>
                  <a:lnTo>
                    <a:pt x="106553" y="353606"/>
                  </a:lnTo>
                  <a:lnTo>
                    <a:pt x="106553" y="232054"/>
                  </a:lnTo>
                  <a:lnTo>
                    <a:pt x="113080" y="225539"/>
                  </a:lnTo>
                  <a:lnTo>
                    <a:pt x="823722" y="225539"/>
                  </a:lnTo>
                  <a:lnTo>
                    <a:pt x="830237" y="232054"/>
                  </a:lnTo>
                  <a:lnTo>
                    <a:pt x="830237" y="617321"/>
                  </a:lnTo>
                  <a:lnTo>
                    <a:pt x="835926" y="622998"/>
                  </a:lnTo>
                  <a:lnTo>
                    <a:pt x="849947" y="622998"/>
                  </a:lnTo>
                  <a:lnTo>
                    <a:pt x="855637" y="617321"/>
                  </a:lnTo>
                  <a:lnTo>
                    <a:pt x="855637" y="548144"/>
                  </a:lnTo>
                  <a:lnTo>
                    <a:pt x="862190" y="548144"/>
                  </a:lnTo>
                  <a:lnTo>
                    <a:pt x="890625" y="542391"/>
                  </a:lnTo>
                  <a:lnTo>
                    <a:pt x="913866" y="526719"/>
                  </a:lnTo>
                  <a:lnTo>
                    <a:pt x="916546" y="522744"/>
                  </a:lnTo>
                  <a:lnTo>
                    <a:pt x="929551" y="503478"/>
                  </a:lnTo>
                  <a:lnTo>
                    <a:pt x="935304" y="475043"/>
                  </a:lnTo>
                  <a:lnTo>
                    <a:pt x="935304" y="401320"/>
                  </a:lnTo>
                  <a:close/>
                </a:path>
              </a:pathLst>
            </a:custGeom>
            <a:solidFill>
              <a:srgbClr val="707271"/>
            </a:solidFill>
            <a:ln>
              <a:solidFill>
                <a:schemeClr val="bg1"/>
              </a:solidFill>
            </a:ln>
          </p:spPr>
          <p:txBody>
            <a:bodyPr wrap="square" lIns="0" tIns="0" rIns="0" bIns="0" rtlCol="0"/>
            <a:lstStyle/>
            <a:p>
              <a:pPr marL="0" marR="0" lvl="0" indent="0" algn="l" defTabSz="554394"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prstClr val="black"/>
                </a:solidFill>
                <a:effectLst/>
                <a:uLnTx/>
                <a:uFillTx/>
                <a:latin typeface="Calibri"/>
                <a:ea typeface="+mn-ea"/>
                <a:cs typeface="+mn-cs"/>
              </a:endParaRPr>
            </a:p>
          </p:txBody>
        </p:sp>
      </p:grpSp>
      <p:sp>
        <p:nvSpPr>
          <p:cNvPr id="84" name="object 32">
            <a:extLst>
              <a:ext uri="{FF2B5EF4-FFF2-40B4-BE49-F238E27FC236}">
                <a16:creationId xmlns:a16="http://schemas.microsoft.com/office/drawing/2014/main" id="{8918745D-C0C9-245D-BB99-29D9584D7309}"/>
              </a:ext>
            </a:extLst>
          </p:cNvPr>
          <p:cNvSpPr/>
          <p:nvPr/>
        </p:nvSpPr>
        <p:spPr>
          <a:xfrm>
            <a:off x="6382839" y="3816183"/>
            <a:ext cx="633591" cy="468454"/>
          </a:xfrm>
          <a:custGeom>
            <a:avLst/>
            <a:gdLst/>
            <a:ahLst/>
            <a:cxnLst/>
            <a:rect l="l" t="t" r="r" b="b"/>
            <a:pathLst>
              <a:path w="933450" h="696595">
                <a:moveTo>
                  <a:pt x="792010" y="132143"/>
                </a:moveTo>
                <a:lnTo>
                  <a:pt x="785291" y="90639"/>
                </a:lnTo>
                <a:lnTo>
                  <a:pt x="785177" y="90258"/>
                </a:lnTo>
                <a:lnTo>
                  <a:pt x="766610" y="54406"/>
                </a:lnTo>
                <a:lnTo>
                  <a:pt x="766610" y="132143"/>
                </a:lnTo>
                <a:lnTo>
                  <a:pt x="758202" y="173659"/>
                </a:lnTo>
                <a:lnTo>
                  <a:pt x="735304" y="207594"/>
                </a:lnTo>
                <a:lnTo>
                  <a:pt x="701370" y="230492"/>
                </a:lnTo>
                <a:lnTo>
                  <a:pt x="659853" y="238899"/>
                </a:lnTo>
                <a:lnTo>
                  <a:pt x="648220" y="238226"/>
                </a:lnTo>
                <a:lnTo>
                  <a:pt x="636765" y="236270"/>
                </a:lnTo>
                <a:lnTo>
                  <a:pt x="625589" y="233070"/>
                </a:lnTo>
                <a:lnTo>
                  <a:pt x="614819" y="228727"/>
                </a:lnTo>
                <a:lnTo>
                  <a:pt x="615772" y="221907"/>
                </a:lnTo>
                <a:lnTo>
                  <a:pt x="616381" y="215341"/>
                </a:lnTo>
                <a:lnTo>
                  <a:pt x="616381" y="207594"/>
                </a:lnTo>
                <a:lnTo>
                  <a:pt x="612546" y="173875"/>
                </a:lnTo>
                <a:lnTo>
                  <a:pt x="601522" y="142544"/>
                </a:lnTo>
                <a:lnTo>
                  <a:pt x="591019" y="125717"/>
                </a:lnTo>
                <a:lnTo>
                  <a:pt x="591019" y="207911"/>
                </a:lnTo>
                <a:lnTo>
                  <a:pt x="581139" y="256755"/>
                </a:lnTo>
                <a:lnTo>
                  <a:pt x="554189" y="296697"/>
                </a:lnTo>
                <a:lnTo>
                  <a:pt x="514273" y="323634"/>
                </a:lnTo>
                <a:lnTo>
                  <a:pt x="465429" y="333527"/>
                </a:lnTo>
                <a:lnTo>
                  <a:pt x="416585" y="323634"/>
                </a:lnTo>
                <a:lnTo>
                  <a:pt x="376643" y="296697"/>
                </a:lnTo>
                <a:lnTo>
                  <a:pt x="349707" y="256755"/>
                </a:lnTo>
                <a:lnTo>
                  <a:pt x="339813" y="207911"/>
                </a:lnTo>
                <a:lnTo>
                  <a:pt x="349707" y="159067"/>
                </a:lnTo>
                <a:lnTo>
                  <a:pt x="376643" y="119138"/>
                </a:lnTo>
                <a:lnTo>
                  <a:pt x="416585" y="92189"/>
                </a:lnTo>
                <a:lnTo>
                  <a:pt x="465429" y="82308"/>
                </a:lnTo>
                <a:lnTo>
                  <a:pt x="514273" y="92189"/>
                </a:lnTo>
                <a:lnTo>
                  <a:pt x="554189" y="119138"/>
                </a:lnTo>
                <a:lnTo>
                  <a:pt x="581139" y="159067"/>
                </a:lnTo>
                <a:lnTo>
                  <a:pt x="591019" y="207911"/>
                </a:lnTo>
                <a:lnTo>
                  <a:pt x="591019" y="125717"/>
                </a:lnTo>
                <a:lnTo>
                  <a:pt x="584212" y="114795"/>
                </a:lnTo>
                <a:lnTo>
                  <a:pt x="561479" y="91490"/>
                </a:lnTo>
                <a:lnTo>
                  <a:pt x="566966" y="82308"/>
                </a:lnTo>
                <a:lnTo>
                  <a:pt x="600494" y="43548"/>
                </a:lnTo>
                <a:lnTo>
                  <a:pt x="659853" y="25400"/>
                </a:lnTo>
                <a:lnTo>
                  <a:pt x="701370" y="33807"/>
                </a:lnTo>
                <a:lnTo>
                  <a:pt x="735304" y="56705"/>
                </a:lnTo>
                <a:lnTo>
                  <a:pt x="758202" y="90639"/>
                </a:lnTo>
                <a:lnTo>
                  <a:pt x="766610" y="132143"/>
                </a:lnTo>
                <a:lnTo>
                  <a:pt x="766610" y="54406"/>
                </a:lnTo>
                <a:lnTo>
                  <a:pt x="766483" y="54152"/>
                </a:lnTo>
                <a:lnTo>
                  <a:pt x="737857" y="25527"/>
                </a:lnTo>
                <a:lnTo>
                  <a:pt x="737603" y="25400"/>
                </a:lnTo>
                <a:lnTo>
                  <a:pt x="701586" y="6743"/>
                </a:lnTo>
                <a:lnTo>
                  <a:pt x="659853" y="0"/>
                </a:lnTo>
                <a:lnTo>
                  <a:pt x="622173" y="5461"/>
                </a:lnTo>
                <a:lnTo>
                  <a:pt x="588403" y="20967"/>
                </a:lnTo>
                <a:lnTo>
                  <a:pt x="560387" y="45173"/>
                </a:lnTo>
                <a:lnTo>
                  <a:pt x="539953" y="76746"/>
                </a:lnTo>
                <a:lnTo>
                  <a:pt x="537883" y="75730"/>
                </a:lnTo>
                <a:lnTo>
                  <a:pt x="522820" y="68351"/>
                </a:lnTo>
                <a:lnTo>
                  <a:pt x="504596" y="62115"/>
                </a:lnTo>
                <a:lnTo>
                  <a:pt x="485406" y="58242"/>
                </a:lnTo>
                <a:lnTo>
                  <a:pt x="465429" y="56908"/>
                </a:lnTo>
                <a:lnTo>
                  <a:pt x="445947" y="58166"/>
                </a:lnTo>
                <a:lnTo>
                  <a:pt x="427215" y="61836"/>
                </a:lnTo>
                <a:lnTo>
                  <a:pt x="409371" y="67741"/>
                </a:lnTo>
                <a:lnTo>
                  <a:pt x="392582" y="75730"/>
                </a:lnTo>
                <a:lnTo>
                  <a:pt x="389394" y="69392"/>
                </a:lnTo>
                <a:lnTo>
                  <a:pt x="370992" y="43370"/>
                </a:lnTo>
                <a:lnTo>
                  <a:pt x="370992" y="90258"/>
                </a:lnTo>
                <a:lnTo>
                  <a:pt x="347611" y="113639"/>
                </a:lnTo>
                <a:lnTo>
                  <a:pt x="329780" y="141643"/>
                </a:lnTo>
                <a:lnTo>
                  <a:pt x="318414" y="173367"/>
                </a:lnTo>
                <a:lnTo>
                  <a:pt x="314452" y="207594"/>
                </a:lnTo>
                <a:lnTo>
                  <a:pt x="314413" y="215341"/>
                </a:lnTo>
                <a:lnTo>
                  <a:pt x="315137" y="222580"/>
                </a:lnTo>
                <a:lnTo>
                  <a:pt x="316179" y="229717"/>
                </a:lnTo>
                <a:lnTo>
                  <a:pt x="311264" y="231889"/>
                </a:lnTo>
                <a:lnTo>
                  <a:pt x="273177" y="238899"/>
                </a:lnTo>
                <a:lnTo>
                  <a:pt x="231673" y="230492"/>
                </a:lnTo>
                <a:lnTo>
                  <a:pt x="197739" y="207594"/>
                </a:lnTo>
                <a:lnTo>
                  <a:pt x="174840" y="173659"/>
                </a:lnTo>
                <a:lnTo>
                  <a:pt x="166446" y="132143"/>
                </a:lnTo>
                <a:lnTo>
                  <a:pt x="174840" y="90639"/>
                </a:lnTo>
                <a:lnTo>
                  <a:pt x="197739" y="56705"/>
                </a:lnTo>
                <a:lnTo>
                  <a:pt x="231673" y="33807"/>
                </a:lnTo>
                <a:lnTo>
                  <a:pt x="273177" y="25400"/>
                </a:lnTo>
                <a:lnTo>
                  <a:pt x="291363" y="26962"/>
                </a:lnTo>
                <a:lnTo>
                  <a:pt x="340512" y="49301"/>
                </a:lnTo>
                <a:lnTo>
                  <a:pt x="368211" y="84162"/>
                </a:lnTo>
                <a:lnTo>
                  <a:pt x="370992" y="90258"/>
                </a:lnTo>
                <a:lnTo>
                  <a:pt x="370992" y="43370"/>
                </a:lnTo>
                <a:lnTo>
                  <a:pt x="337870" y="16929"/>
                </a:lnTo>
                <a:lnTo>
                  <a:pt x="295681" y="1943"/>
                </a:lnTo>
                <a:lnTo>
                  <a:pt x="273177" y="0"/>
                </a:lnTo>
                <a:lnTo>
                  <a:pt x="231457" y="6743"/>
                </a:lnTo>
                <a:lnTo>
                  <a:pt x="195186" y="25527"/>
                </a:lnTo>
                <a:lnTo>
                  <a:pt x="166573" y="54152"/>
                </a:lnTo>
                <a:lnTo>
                  <a:pt x="147878" y="90258"/>
                </a:lnTo>
                <a:lnTo>
                  <a:pt x="141046" y="132143"/>
                </a:lnTo>
                <a:lnTo>
                  <a:pt x="147789" y="173875"/>
                </a:lnTo>
                <a:lnTo>
                  <a:pt x="166573" y="210146"/>
                </a:lnTo>
                <a:lnTo>
                  <a:pt x="195186" y="238772"/>
                </a:lnTo>
                <a:lnTo>
                  <a:pt x="231457" y="257556"/>
                </a:lnTo>
                <a:lnTo>
                  <a:pt x="273177" y="264299"/>
                </a:lnTo>
                <a:lnTo>
                  <a:pt x="281965" y="264007"/>
                </a:lnTo>
                <a:lnTo>
                  <a:pt x="322008" y="254952"/>
                </a:lnTo>
                <a:lnTo>
                  <a:pt x="343382" y="296621"/>
                </a:lnTo>
                <a:lnTo>
                  <a:pt x="376085" y="329539"/>
                </a:lnTo>
                <a:lnTo>
                  <a:pt x="417614" y="351155"/>
                </a:lnTo>
                <a:lnTo>
                  <a:pt x="465429" y="358927"/>
                </a:lnTo>
                <a:lnTo>
                  <a:pt x="513473" y="351078"/>
                </a:lnTo>
                <a:lnTo>
                  <a:pt x="547027" y="333527"/>
                </a:lnTo>
                <a:lnTo>
                  <a:pt x="555155" y="329272"/>
                </a:lnTo>
                <a:lnTo>
                  <a:pt x="587895" y="296075"/>
                </a:lnTo>
                <a:lnTo>
                  <a:pt x="609155" y="254050"/>
                </a:lnTo>
                <a:lnTo>
                  <a:pt x="621385" y="258457"/>
                </a:lnTo>
                <a:lnTo>
                  <a:pt x="633971" y="261670"/>
                </a:lnTo>
                <a:lnTo>
                  <a:pt x="646823" y="263626"/>
                </a:lnTo>
                <a:lnTo>
                  <a:pt x="659853" y="264299"/>
                </a:lnTo>
                <a:lnTo>
                  <a:pt x="701586" y="257556"/>
                </a:lnTo>
                <a:lnTo>
                  <a:pt x="708342" y="254050"/>
                </a:lnTo>
                <a:lnTo>
                  <a:pt x="737603" y="238899"/>
                </a:lnTo>
                <a:lnTo>
                  <a:pt x="737857" y="238772"/>
                </a:lnTo>
                <a:lnTo>
                  <a:pt x="766483" y="210146"/>
                </a:lnTo>
                <a:lnTo>
                  <a:pt x="785253" y="173875"/>
                </a:lnTo>
                <a:lnTo>
                  <a:pt x="792010" y="132143"/>
                </a:lnTo>
                <a:close/>
              </a:path>
              <a:path w="933450" h="696595">
                <a:moveTo>
                  <a:pt x="933030" y="537552"/>
                </a:moveTo>
                <a:lnTo>
                  <a:pt x="925372" y="483184"/>
                </a:lnTo>
                <a:lnTo>
                  <a:pt x="910780" y="439750"/>
                </a:lnTo>
                <a:lnTo>
                  <a:pt x="889444" y="399961"/>
                </a:lnTo>
                <a:lnTo>
                  <a:pt x="862088" y="364451"/>
                </a:lnTo>
                <a:lnTo>
                  <a:pt x="829411" y="333908"/>
                </a:lnTo>
                <a:lnTo>
                  <a:pt x="792137" y="308991"/>
                </a:lnTo>
                <a:lnTo>
                  <a:pt x="750963" y="290372"/>
                </a:lnTo>
                <a:lnTo>
                  <a:pt x="706615" y="278714"/>
                </a:lnTo>
                <a:lnTo>
                  <a:pt x="659803" y="274675"/>
                </a:lnTo>
                <a:lnTo>
                  <a:pt x="650113" y="274840"/>
                </a:lnTo>
                <a:lnTo>
                  <a:pt x="640422" y="275348"/>
                </a:lnTo>
                <a:lnTo>
                  <a:pt x="630783" y="276199"/>
                </a:lnTo>
                <a:lnTo>
                  <a:pt x="614248" y="278358"/>
                </a:lnTo>
                <a:lnTo>
                  <a:pt x="609409" y="284784"/>
                </a:lnTo>
                <a:lnTo>
                  <a:pt x="611378" y="298691"/>
                </a:lnTo>
                <a:lnTo>
                  <a:pt x="617816" y="303504"/>
                </a:lnTo>
                <a:lnTo>
                  <a:pt x="633437" y="301459"/>
                </a:lnTo>
                <a:lnTo>
                  <a:pt x="642200" y="300685"/>
                </a:lnTo>
                <a:lnTo>
                  <a:pt x="651002" y="300228"/>
                </a:lnTo>
                <a:lnTo>
                  <a:pt x="659803" y="300075"/>
                </a:lnTo>
                <a:lnTo>
                  <a:pt x="707428" y="304685"/>
                </a:lnTo>
                <a:lnTo>
                  <a:pt x="752119" y="317969"/>
                </a:lnTo>
                <a:lnTo>
                  <a:pt x="792962" y="339039"/>
                </a:lnTo>
                <a:lnTo>
                  <a:pt x="829030" y="367055"/>
                </a:lnTo>
                <a:lnTo>
                  <a:pt x="859409" y="401142"/>
                </a:lnTo>
                <a:lnTo>
                  <a:pt x="883170" y="440448"/>
                </a:lnTo>
                <a:lnTo>
                  <a:pt x="899401" y="484098"/>
                </a:lnTo>
                <a:lnTo>
                  <a:pt x="907161" y="531253"/>
                </a:lnTo>
                <a:lnTo>
                  <a:pt x="907237" y="532561"/>
                </a:lnTo>
                <a:lnTo>
                  <a:pt x="905700" y="534492"/>
                </a:lnTo>
                <a:lnTo>
                  <a:pt x="904748" y="535279"/>
                </a:lnTo>
                <a:lnTo>
                  <a:pt x="742721" y="535279"/>
                </a:lnTo>
                <a:lnTo>
                  <a:pt x="716838" y="494842"/>
                </a:lnTo>
                <a:lnTo>
                  <a:pt x="685279" y="458952"/>
                </a:lnTo>
                <a:lnTo>
                  <a:pt x="648728" y="428205"/>
                </a:lnTo>
                <a:lnTo>
                  <a:pt x="607809" y="403225"/>
                </a:lnTo>
                <a:lnTo>
                  <a:pt x="563194" y="384632"/>
                </a:lnTo>
                <a:lnTo>
                  <a:pt x="515531" y="373011"/>
                </a:lnTo>
                <a:lnTo>
                  <a:pt x="465467" y="369011"/>
                </a:lnTo>
                <a:lnTo>
                  <a:pt x="415417" y="373011"/>
                </a:lnTo>
                <a:lnTo>
                  <a:pt x="367753" y="384632"/>
                </a:lnTo>
                <a:lnTo>
                  <a:pt x="323126" y="403225"/>
                </a:lnTo>
                <a:lnTo>
                  <a:pt x="282206" y="428205"/>
                </a:lnTo>
                <a:lnTo>
                  <a:pt x="245643" y="458952"/>
                </a:lnTo>
                <a:lnTo>
                  <a:pt x="214096" y="494842"/>
                </a:lnTo>
                <a:lnTo>
                  <a:pt x="188201" y="535279"/>
                </a:lnTo>
                <a:lnTo>
                  <a:pt x="28270" y="535279"/>
                </a:lnTo>
                <a:lnTo>
                  <a:pt x="26377" y="533476"/>
                </a:lnTo>
                <a:lnTo>
                  <a:pt x="25781" y="532561"/>
                </a:lnTo>
                <a:lnTo>
                  <a:pt x="33642" y="484098"/>
                </a:lnTo>
                <a:lnTo>
                  <a:pt x="49872" y="440448"/>
                </a:lnTo>
                <a:lnTo>
                  <a:pt x="73634" y="401142"/>
                </a:lnTo>
                <a:lnTo>
                  <a:pt x="104013" y="367055"/>
                </a:lnTo>
                <a:lnTo>
                  <a:pt x="140081" y="339039"/>
                </a:lnTo>
                <a:lnTo>
                  <a:pt x="180911" y="317969"/>
                </a:lnTo>
                <a:lnTo>
                  <a:pt x="225602" y="304685"/>
                </a:lnTo>
                <a:lnTo>
                  <a:pt x="273227" y="300075"/>
                </a:lnTo>
                <a:lnTo>
                  <a:pt x="282028" y="300228"/>
                </a:lnTo>
                <a:lnTo>
                  <a:pt x="290830" y="300685"/>
                </a:lnTo>
                <a:lnTo>
                  <a:pt x="299593" y="301459"/>
                </a:lnTo>
                <a:lnTo>
                  <a:pt x="315175" y="303542"/>
                </a:lnTo>
                <a:lnTo>
                  <a:pt x="321665" y="298691"/>
                </a:lnTo>
                <a:lnTo>
                  <a:pt x="282917" y="274840"/>
                </a:lnTo>
                <a:lnTo>
                  <a:pt x="273227" y="274675"/>
                </a:lnTo>
                <a:lnTo>
                  <a:pt x="226428" y="278714"/>
                </a:lnTo>
                <a:lnTo>
                  <a:pt x="182079" y="290372"/>
                </a:lnTo>
                <a:lnTo>
                  <a:pt x="140906" y="308991"/>
                </a:lnTo>
                <a:lnTo>
                  <a:pt x="103632" y="333908"/>
                </a:lnTo>
                <a:lnTo>
                  <a:pt x="70954" y="364451"/>
                </a:lnTo>
                <a:lnTo>
                  <a:pt x="43599" y="399948"/>
                </a:lnTo>
                <a:lnTo>
                  <a:pt x="22263" y="439750"/>
                </a:lnTo>
                <a:lnTo>
                  <a:pt x="7670" y="483171"/>
                </a:lnTo>
                <a:lnTo>
                  <a:pt x="533" y="529551"/>
                </a:lnTo>
                <a:lnTo>
                  <a:pt x="0" y="537540"/>
                </a:lnTo>
                <a:lnTo>
                  <a:pt x="2844" y="545490"/>
                </a:lnTo>
                <a:lnTo>
                  <a:pt x="13868" y="557276"/>
                </a:lnTo>
                <a:lnTo>
                  <a:pt x="21666" y="560679"/>
                </a:lnTo>
                <a:lnTo>
                  <a:pt x="175971" y="560679"/>
                </a:lnTo>
                <a:lnTo>
                  <a:pt x="166852" y="584809"/>
                </a:lnTo>
                <a:lnTo>
                  <a:pt x="159702" y="609841"/>
                </a:lnTo>
                <a:lnTo>
                  <a:pt x="154622" y="635698"/>
                </a:lnTo>
                <a:lnTo>
                  <a:pt x="151714" y="662292"/>
                </a:lnTo>
                <a:lnTo>
                  <a:pt x="151955" y="668769"/>
                </a:lnTo>
                <a:lnTo>
                  <a:pt x="183553" y="696163"/>
                </a:lnTo>
                <a:lnTo>
                  <a:pt x="620725" y="696163"/>
                </a:lnTo>
                <a:lnTo>
                  <a:pt x="626414" y="690486"/>
                </a:lnTo>
                <a:lnTo>
                  <a:pt x="626414" y="676452"/>
                </a:lnTo>
                <a:lnTo>
                  <a:pt x="620725" y="670763"/>
                </a:lnTo>
                <a:lnTo>
                  <a:pt x="181089" y="670763"/>
                </a:lnTo>
                <a:lnTo>
                  <a:pt x="178054" y="667931"/>
                </a:lnTo>
                <a:lnTo>
                  <a:pt x="186677" y="607161"/>
                </a:lnTo>
                <a:lnTo>
                  <a:pt x="206832" y="554761"/>
                </a:lnTo>
                <a:lnTo>
                  <a:pt x="207886" y="553148"/>
                </a:lnTo>
                <a:lnTo>
                  <a:pt x="208216" y="552221"/>
                </a:lnTo>
                <a:lnTo>
                  <a:pt x="231775" y="513943"/>
                </a:lnTo>
                <a:lnTo>
                  <a:pt x="260781" y="479907"/>
                </a:lnTo>
                <a:lnTo>
                  <a:pt x="294601" y="450723"/>
                </a:lnTo>
                <a:lnTo>
                  <a:pt x="332613" y="426986"/>
                </a:lnTo>
                <a:lnTo>
                  <a:pt x="374180" y="409282"/>
                </a:lnTo>
                <a:lnTo>
                  <a:pt x="418668" y="398233"/>
                </a:lnTo>
                <a:lnTo>
                  <a:pt x="465467" y="394411"/>
                </a:lnTo>
                <a:lnTo>
                  <a:pt x="514972" y="398678"/>
                </a:lnTo>
                <a:lnTo>
                  <a:pt x="561873" y="411010"/>
                </a:lnTo>
                <a:lnTo>
                  <a:pt x="605421" y="430707"/>
                </a:lnTo>
                <a:lnTo>
                  <a:pt x="644842" y="457060"/>
                </a:lnTo>
                <a:lnTo>
                  <a:pt x="679411" y="489356"/>
                </a:lnTo>
                <a:lnTo>
                  <a:pt x="708342" y="526897"/>
                </a:lnTo>
                <a:lnTo>
                  <a:pt x="730910" y="568985"/>
                </a:lnTo>
                <a:lnTo>
                  <a:pt x="746340" y="614908"/>
                </a:lnTo>
                <a:lnTo>
                  <a:pt x="753884" y="663968"/>
                </a:lnTo>
                <a:lnTo>
                  <a:pt x="754037" y="666318"/>
                </a:lnTo>
                <a:lnTo>
                  <a:pt x="751446" y="669455"/>
                </a:lnTo>
                <a:lnTo>
                  <a:pt x="749846" y="670763"/>
                </a:lnTo>
                <a:lnTo>
                  <a:pt x="686054" y="670763"/>
                </a:lnTo>
                <a:lnTo>
                  <a:pt x="680377" y="676452"/>
                </a:lnTo>
                <a:lnTo>
                  <a:pt x="680377" y="690486"/>
                </a:lnTo>
                <a:lnTo>
                  <a:pt x="686054" y="696163"/>
                </a:lnTo>
                <a:lnTo>
                  <a:pt x="747382" y="696163"/>
                </a:lnTo>
                <a:lnTo>
                  <a:pt x="753897" y="695490"/>
                </a:lnTo>
                <a:lnTo>
                  <a:pt x="779221" y="662292"/>
                </a:lnTo>
                <a:lnTo>
                  <a:pt x="776312" y="635698"/>
                </a:lnTo>
                <a:lnTo>
                  <a:pt x="771232" y="609841"/>
                </a:lnTo>
                <a:lnTo>
                  <a:pt x="764082" y="584809"/>
                </a:lnTo>
                <a:lnTo>
                  <a:pt x="754951" y="560679"/>
                </a:lnTo>
                <a:lnTo>
                  <a:pt x="911364" y="560679"/>
                </a:lnTo>
                <a:lnTo>
                  <a:pt x="919162" y="557288"/>
                </a:lnTo>
                <a:lnTo>
                  <a:pt x="930186" y="545503"/>
                </a:lnTo>
                <a:lnTo>
                  <a:pt x="933030" y="537552"/>
                </a:lnTo>
                <a:close/>
              </a:path>
            </a:pathLst>
          </a:custGeom>
          <a:solidFill>
            <a:srgbClr val="707271"/>
          </a:solidFill>
          <a:ln>
            <a:solidFill>
              <a:schemeClr val="bg1"/>
            </a:solidFill>
          </a:ln>
        </p:spPr>
        <p:txBody>
          <a:bodyPr wrap="square" lIns="0" tIns="0" rIns="0" bIns="0" rtlCol="0"/>
          <a:lstStyle/>
          <a:p>
            <a:pPr marL="0" marR="0" lvl="0" indent="0" algn="l" defTabSz="554394"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prstClr val="black"/>
              </a:solidFill>
              <a:effectLst/>
              <a:uLnTx/>
              <a:uFillTx/>
              <a:latin typeface="Calibri"/>
              <a:ea typeface="+mn-ea"/>
              <a:cs typeface="+mn-cs"/>
            </a:endParaRPr>
          </a:p>
        </p:txBody>
      </p:sp>
      <p:sp>
        <p:nvSpPr>
          <p:cNvPr id="86" name="object 18">
            <a:extLst>
              <a:ext uri="{FF2B5EF4-FFF2-40B4-BE49-F238E27FC236}">
                <a16:creationId xmlns:a16="http://schemas.microsoft.com/office/drawing/2014/main" id="{A534A084-A21F-CCF9-8F57-54C5609444AC}"/>
              </a:ext>
            </a:extLst>
          </p:cNvPr>
          <p:cNvSpPr txBox="1"/>
          <p:nvPr/>
        </p:nvSpPr>
        <p:spPr>
          <a:xfrm>
            <a:off x="2951083" y="4423544"/>
            <a:ext cx="2015339" cy="879728"/>
          </a:xfrm>
          <a:prstGeom prst="rect">
            <a:avLst/>
          </a:prstGeom>
        </p:spPr>
        <p:txBody>
          <a:bodyPr vert="horz" wrap="square" lIns="0" tIns="33020" rIns="0" bIns="0" rtlCol="0">
            <a:spAutoFit/>
          </a:bodyPr>
          <a:lstStyle/>
          <a:p>
            <a:pPr marL="12700" marR="5080" indent="20320" algn="ctr" defTabSz="554394">
              <a:defRPr/>
            </a:pPr>
            <a:r>
              <a:rPr kumimoji="0" lang="en-US" sz="1100" b="0" i="0" u="none" strike="noStrike" kern="1200" cap="none" spc="5" normalizeH="0" baseline="0" noProof="0" dirty="0">
                <a:ln>
                  <a:noFill/>
                </a:ln>
                <a:solidFill>
                  <a:schemeClr val="bg1"/>
                </a:solidFill>
                <a:effectLst/>
                <a:highlight>
                  <a:srgbClr val="6785C1"/>
                </a:highlight>
                <a:uLnTx/>
                <a:uFillTx/>
                <a:latin typeface="Roboto" panose="02000000000000000000" pitchFamily="2" charset="0"/>
                <a:ea typeface="Roboto" panose="02000000000000000000" pitchFamily="2" charset="0"/>
                <a:cs typeface="Roboto" panose="02000000000000000000" pitchFamily="2" charset="0"/>
              </a:rPr>
              <a:t>MEDIUM LEVEL</a:t>
            </a:r>
          </a:p>
          <a:p>
            <a:pPr marL="12700" marR="5080" indent="20320" algn="ctr" defTabSz="554394">
              <a:defRPr/>
            </a:pPr>
            <a:r>
              <a:rPr kumimoji="0" lang="en-US" sz="1100" b="0" i="0" u="none" strike="noStrike" kern="1200" cap="none" spc="5" normalizeH="0" baseline="0" noProof="0" dirty="0">
                <a:ln>
                  <a:noFill/>
                </a:ln>
                <a:solidFill>
                  <a:schemeClr val="bg1"/>
                </a:solidFill>
                <a:effectLst/>
                <a:uLnTx/>
                <a:uFillTx/>
                <a:latin typeface="Roboto" panose="02000000000000000000" pitchFamily="2" charset="0"/>
                <a:ea typeface="Roboto" panose="02000000000000000000" pitchFamily="2" charset="0"/>
                <a:cs typeface="Roboto" panose="02000000000000000000" pitchFamily="2" charset="0"/>
              </a:rPr>
              <a:t>Create a video game or a movie in which you show your friends how to avoid bullying at school</a:t>
            </a:r>
            <a:endParaRPr lang="es-ES" sz="1100" i="1" spc="5"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3" name="Rectángulo 102">
            <a:extLst>
              <a:ext uri="{FF2B5EF4-FFF2-40B4-BE49-F238E27FC236}">
                <a16:creationId xmlns:a16="http://schemas.microsoft.com/office/drawing/2014/main" id="{DF7CE584-5BA7-88D7-F9D8-0B20484F3839}"/>
              </a:ext>
            </a:extLst>
          </p:cNvPr>
          <p:cNvSpPr/>
          <p:nvPr/>
        </p:nvSpPr>
        <p:spPr>
          <a:xfrm>
            <a:off x="-1" y="5775571"/>
            <a:ext cx="7362825" cy="879728"/>
          </a:xfrm>
          <a:prstGeom prst="rect">
            <a:avLst/>
          </a:prstGeom>
          <a:solidFill>
            <a:srgbClr val="FFFFFF"/>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4" name="CuadroTexto 103">
            <a:extLst>
              <a:ext uri="{FF2B5EF4-FFF2-40B4-BE49-F238E27FC236}">
                <a16:creationId xmlns:a16="http://schemas.microsoft.com/office/drawing/2014/main" id="{9FDB293C-6D62-2315-CEED-1DA85C4AE688}"/>
              </a:ext>
            </a:extLst>
          </p:cNvPr>
          <p:cNvSpPr txBox="1"/>
          <p:nvPr/>
        </p:nvSpPr>
        <p:spPr>
          <a:xfrm>
            <a:off x="488921" y="5835363"/>
            <a:ext cx="6634332" cy="523220"/>
          </a:xfrm>
          <a:prstGeom prst="rect">
            <a:avLst/>
          </a:prstGeom>
          <a:noFill/>
        </p:spPr>
        <p:txBody>
          <a:bodyPr wrap="square">
            <a:spAutoFit/>
          </a:bodyPr>
          <a:lstStyle/>
          <a:p>
            <a:pPr algn="just"/>
            <a:r>
              <a:rPr lang="en-US" sz="1400" b="1"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6 prizes will be awarded </a:t>
            </a:r>
            <a:r>
              <a:rPr lang="en-US" sz="1400"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to the participants and special recognition will be given to the </a:t>
            </a:r>
            <a:r>
              <a:rPr lang="en-US" sz="1400" b="1"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educational centers </a:t>
            </a:r>
            <a:r>
              <a:rPr lang="en-US" sz="1400"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and </a:t>
            </a:r>
            <a:r>
              <a:rPr lang="en-US" sz="1400" b="1"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trainers</a:t>
            </a:r>
            <a:r>
              <a:rPr lang="en-US" sz="1400"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 most involved in the Olympics.</a:t>
            </a:r>
            <a:endParaRPr lang="es-ES" sz="1400" b="1"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endParaRPr>
          </a:p>
        </p:txBody>
      </p:sp>
      <p:sp>
        <p:nvSpPr>
          <p:cNvPr id="2" name="Rectángulo 1"/>
          <p:cNvSpPr/>
          <p:nvPr/>
        </p:nvSpPr>
        <p:spPr>
          <a:xfrm>
            <a:off x="544571" y="1842514"/>
            <a:ext cx="6990499" cy="17027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600" dirty="0">
                <a:solidFill>
                  <a:schemeClr val="bg1"/>
                </a:solidFill>
                <a:latin typeface="Roboto" panose="02000000000000000000" pitchFamily="2" charset="0"/>
                <a:ea typeface="Roboto" panose="02000000000000000000" pitchFamily="2" charset="0"/>
                <a:cs typeface="Arial" panose="020B0604020202020204" pitchFamily="34" charset="0"/>
              </a:rPr>
              <a:t>Once participants have completed the </a:t>
            </a:r>
            <a:r>
              <a:rPr lang="en-US" sz="1600" dirty="0">
                <a:solidFill>
                  <a:schemeClr val="bg1"/>
                </a:solidFill>
                <a:highlight>
                  <a:srgbClr val="EBA900"/>
                </a:highlight>
                <a:latin typeface="Roboto" panose="02000000000000000000" pitchFamily="2" charset="0"/>
                <a:ea typeface="Roboto" panose="02000000000000000000" pitchFamily="2" charset="0"/>
                <a:cs typeface="Arial" panose="020B0604020202020204" pitchFamily="34" charset="0"/>
              </a:rPr>
              <a:t>10 modules </a:t>
            </a:r>
            <a:r>
              <a:rPr lang="en-US" sz="1600" dirty="0">
                <a:solidFill>
                  <a:schemeClr val="bg1"/>
                </a:solidFill>
                <a:latin typeface="Roboto" panose="02000000000000000000" pitchFamily="2" charset="0"/>
                <a:ea typeface="Roboto" panose="02000000000000000000" pitchFamily="2" charset="0"/>
                <a:cs typeface="Arial" panose="020B0604020202020204" pitchFamily="34" charset="0"/>
              </a:rPr>
              <a:t>of the platform, they will receive a </a:t>
            </a:r>
            <a:r>
              <a:rPr lang="en-US" sz="1600" dirty="0">
                <a:solidFill>
                  <a:schemeClr val="bg1"/>
                </a:solidFill>
                <a:highlight>
                  <a:srgbClr val="EBA900"/>
                </a:highlight>
                <a:latin typeface="Roboto" panose="02000000000000000000" pitchFamily="2" charset="0"/>
                <a:ea typeface="Roboto" panose="02000000000000000000" pitchFamily="2" charset="0"/>
                <a:cs typeface="Arial" panose="020B0604020202020204" pitchFamily="34" charset="0"/>
              </a:rPr>
              <a:t>challenge</a:t>
            </a:r>
            <a:r>
              <a:rPr lang="en-US" sz="1600" dirty="0">
                <a:solidFill>
                  <a:schemeClr val="bg1"/>
                </a:solidFill>
                <a:latin typeface="Roboto" panose="02000000000000000000" pitchFamily="2" charset="0"/>
                <a:ea typeface="Roboto" panose="02000000000000000000" pitchFamily="2" charset="0"/>
                <a:cs typeface="Arial" panose="020B0604020202020204" pitchFamily="34" charset="0"/>
              </a:rPr>
              <a:t> according to the category in which they have been classified.</a:t>
            </a:r>
          </a:p>
          <a:p>
            <a:pPr algn="just"/>
            <a:endParaRPr lang="en-US" sz="1600" dirty="0">
              <a:solidFill>
                <a:schemeClr val="bg1"/>
              </a:solidFill>
              <a:latin typeface="Roboto" panose="02000000000000000000" pitchFamily="2" charset="0"/>
              <a:ea typeface="Roboto" panose="02000000000000000000" pitchFamily="2" charset="0"/>
              <a:cs typeface="Arial" panose="020B0604020202020204" pitchFamily="34" charset="0"/>
            </a:endParaRPr>
          </a:p>
          <a:p>
            <a:pPr algn="just"/>
            <a:r>
              <a:rPr lang="en-US" sz="1600" dirty="0">
                <a:solidFill>
                  <a:schemeClr val="bg1"/>
                </a:solidFill>
                <a:latin typeface="Roboto" panose="02000000000000000000" pitchFamily="2" charset="0"/>
                <a:ea typeface="Roboto" panose="02000000000000000000" pitchFamily="2" charset="0"/>
                <a:cs typeface="Arial" panose="020B0604020202020204" pitchFamily="34" charset="0"/>
              </a:rPr>
              <a:t>With the challenges, in addition to demonstrating the </a:t>
            </a:r>
            <a:r>
              <a:rPr lang="en-US" sz="1600" dirty="0">
                <a:solidFill>
                  <a:schemeClr val="bg1"/>
                </a:solidFill>
                <a:highlight>
                  <a:srgbClr val="EBA900"/>
                </a:highlight>
                <a:latin typeface="Roboto" panose="02000000000000000000" pitchFamily="2" charset="0"/>
                <a:ea typeface="Roboto" panose="02000000000000000000" pitchFamily="2" charset="0"/>
                <a:cs typeface="Arial" panose="020B0604020202020204" pitchFamily="34" charset="0"/>
              </a:rPr>
              <a:t>digital skills </a:t>
            </a:r>
            <a:r>
              <a:rPr lang="en-US" sz="1600" dirty="0">
                <a:solidFill>
                  <a:schemeClr val="bg1"/>
                </a:solidFill>
                <a:latin typeface="Roboto" panose="02000000000000000000" pitchFamily="2" charset="0"/>
                <a:ea typeface="Roboto" panose="02000000000000000000" pitchFamily="2" charset="0"/>
                <a:cs typeface="Arial" panose="020B0604020202020204" pitchFamily="34" charset="0"/>
              </a:rPr>
              <a:t>acquired, they will provide </a:t>
            </a:r>
            <a:r>
              <a:rPr lang="en-US" sz="1600" dirty="0">
                <a:solidFill>
                  <a:schemeClr val="bg1"/>
                </a:solidFill>
                <a:highlight>
                  <a:srgbClr val="EBA900"/>
                </a:highlight>
                <a:latin typeface="Roboto" panose="02000000000000000000" pitchFamily="2" charset="0"/>
                <a:ea typeface="Roboto" panose="02000000000000000000" pitchFamily="2" charset="0"/>
                <a:cs typeface="Arial" panose="020B0604020202020204" pitchFamily="34" charset="0"/>
              </a:rPr>
              <a:t>solutions</a:t>
            </a:r>
            <a:r>
              <a:rPr lang="en-US" sz="1600" dirty="0">
                <a:solidFill>
                  <a:schemeClr val="bg1"/>
                </a:solidFill>
                <a:latin typeface="Roboto" panose="02000000000000000000" pitchFamily="2" charset="0"/>
                <a:ea typeface="Roboto" panose="02000000000000000000" pitchFamily="2" charset="0"/>
                <a:cs typeface="Arial" panose="020B0604020202020204" pitchFamily="34" charset="0"/>
              </a:rPr>
              <a:t> to problems in their environment in which the </a:t>
            </a:r>
            <a:r>
              <a:rPr lang="en-US" sz="1600" dirty="0">
                <a:solidFill>
                  <a:schemeClr val="bg1"/>
                </a:solidFill>
                <a:highlight>
                  <a:srgbClr val="EBA900"/>
                </a:highlight>
                <a:latin typeface="Roboto" panose="02000000000000000000" pitchFamily="2" charset="0"/>
                <a:ea typeface="Roboto" panose="02000000000000000000" pitchFamily="2" charset="0"/>
                <a:cs typeface="Arial" panose="020B0604020202020204" pitchFamily="34" charset="0"/>
              </a:rPr>
              <a:t>values</a:t>
            </a:r>
            <a:r>
              <a:rPr lang="en-US" sz="1600" dirty="0">
                <a:solidFill>
                  <a:schemeClr val="bg1"/>
                </a:solidFill>
                <a:latin typeface="Roboto" panose="02000000000000000000" pitchFamily="2" charset="0"/>
                <a:ea typeface="Roboto" panose="02000000000000000000" pitchFamily="2" charset="0"/>
                <a:cs typeface="Arial" panose="020B0604020202020204" pitchFamily="34" charset="0"/>
              </a:rPr>
              <a:t> ​​that we promote as a Foundation will also be highlighted.</a:t>
            </a:r>
          </a:p>
          <a:p>
            <a:pPr algn="just"/>
            <a:endParaRPr lang="en-US" sz="1600" dirty="0">
              <a:solidFill>
                <a:schemeClr val="bg1"/>
              </a:solidFill>
              <a:latin typeface="Roboto" panose="02000000000000000000" pitchFamily="2" charset="0"/>
              <a:ea typeface="Roboto" panose="02000000000000000000" pitchFamily="2" charset="0"/>
              <a:cs typeface="Arial" panose="020B0604020202020204" pitchFamily="34" charset="0"/>
            </a:endParaRPr>
          </a:p>
          <a:p>
            <a:pPr algn="just"/>
            <a:r>
              <a:rPr lang="en-US" sz="1600" dirty="0">
                <a:solidFill>
                  <a:schemeClr val="bg1"/>
                </a:solidFill>
                <a:latin typeface="Roboto" panose="02000000000000000000" pitchFamily="2" charset="0"/>
                <a:ea typeface="Roboto" panose="02000000000000000000" pitchFamily="2" charset="0"/>
                <a:cs typeface="Arial" panose="020B0604020202020204" pitchFamily="34" charset="0"/>
              </a:rPr>
              <a:t>Examples of challenges:</a:t>
            </a:r>
          </a:p>
          <a:p>
            <a:pPr algn="just"/>
            <a:endParaRPr lang="en-US" sz="1600" dirty="0">
              <a:solidFill>
                <a:schemeClr val="bg1"/>
              </a:solidFill>
              <a:latin typeface="Roboto" panose="02000000000000000000" pitchFamily="2" charset="0"/>
              <a:ea typeface="Roboto" panose="02000000000000000000" pitchFamily="2" charset="0"/>
              <a:cs typeface="Arial" panose="020B0604020202020204" pitchFamily="34" charset="0"/>
            </a:endParaRPr>
          </a:p>
        </p:txBody>
      </p:sp>
    </p:spTree>
    <p:extLst>
      <p:ext uri="{BB962C8B-B14F-4D97-AF65-F5344CB8AC3E}">
        <p14:creationId xmlns:p14="http://schemas.microsoft.com/office/powerpoint/2010/main" val="3400579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descr="Un par de personas junto a una laptop&#10;&#10;Descripción generada automáticamente con confianza media">
            <a:extLst>
              <a:ext uri="{FF2B5EF4-FFF2-40B4-BE49-F238E27FC236}">
                <a16:creationId xmlns:a16="http://schemas.microsoft.com/office/drawing/2014/main" id="{3E44AE73-1495-6776-EF1F-1A650BEC21E0}"/>
              </a:ext>
            </a:extLst>
          </p:cNvPr>
          <p:cNvPicPr>
            <a:picLocks noChangeAspect="1"/>
          </p:cNvPicPr>
          <p:nvPr/>
        </p:nvPicPr>
        <p:blipFill rotWithShape="1">
          <a:blip r:embed="rId3">
            <a:extLst>
              <a:ext uri="{28A0092B-C50C-407E-A947-70E740481C1C}">
                <a14:useLocalDpi xmlns:a14="http://schemas.microsoft.com/office/drawing/2010/main" val="0"/>
              </a:ext>
            </a:extLst>
          </a:blip>
          <a:srcRect l="115" t="1" r="257" b="373"/>
          <a:stretch/>
        </p:blipFill>
        <p:spPr>
          <a:xfrm>
            <a:off x="0" y="0"/>
            <a:ext cx="12192000" cy="6858000"/>
          </a:xfrm>
          <a:prstGeom prst="rect">
            <a:avLst/>
          </a:prstGeom>
        </p:spPr>
      </p:pic>
      <p:sp>
        <p:nvSpPr>
          <p:cNvPr id="3" name="Rectángulo 2">
            <a:extLst>
              <a:ext uri="{FF2B5EF4-FFF2-40B4-BE49-F238E27FC236}">
                <a16:creationId xmlns:a16="http://schemas.microsoft.com/office/drawing/2014/main" id="{63CAF753-83BA-E90A-39BD-59078E8AE45D}"/>
              </a:ext>
            </a:extLst>
          </p:cNvPr>
          <p:cNvSpPr/>
          <p:nvPr/>
        </p:nvSpPr>
        <p:spPr>
          <a:xfrm>
            <a:off x="-1" y="-14674"/>
            <a:ext cx="12191999" cy="6872674"/>
          </a:xfrm>
          <a:prstGeom prst="rect">
            <a:avLst/>
          </a:prstGeom>
          <a:solidFill>
            <a:srgbClr val="0F1C5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Imagen 3" descr="Logotipo&#10;&#10;Descripción generada automáticamente">
            <a:extLst>
              <a:ext uri="{FF2B5EF4-FFF2-40B4-BE49-F238E27FC236}">
                <a16:creationId xmlns:a16="http://schemas.microsoft.com/office/drawing/2014/main" id="{A5CCE999-5D7A-6CEA-F6EA-23BAFB21D19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682596" y="-227499"/>
            <a:ext cx="3680253" cy="1475791"/>
          </a:xfrm>
          <a:prstGeom prst="rect">
            <a:avLst/>
          </a:prstGeom>
        </p:spPr>
      </p:pic>
      <p:sp>
        <p:nvSpPr>
          <p:cNvPr id="5" name="CuadroTexto 4">
            <a:extLst>
              <a:ext uri="{FF2B5EF4-FFF2-40B4-BE49-F238E27FC236}">
                <a16:creationId xmlns:a16="http://schemas.microsoft.com/office/drawing/2014/main" id="{7F7C278C-1937-BCE4-3427-D9BD906BCCF2}"/>
              </a:ext>
            </a:extLst>
          </p:cNvPr>
          <p:cNvSpPr txBox="1"/>
          <p:nvPr/>
        </p:nvSpPr>
        <p:spPr>
          <a:xfrm>
            <a:off x="175530" y="254374"/>
            <a:ext cx="449963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2400" b="1" spc="-15" dirty="0">
                <a:solidFill>
                  <a:schemeClr val="bg1"/>
                </a:solidFill>
                <a:latin typeface="Roboto Black"/>
                <a:ea typeface="+mj-ea"/>
              </a:rPr>
              <a:t>WHY SHOULD I PARTICIPATE? </a:t>
            </a:r>
          </a:p>
        </p:txBody>
      </p:sp>
      <p:cxnSp>
        <p:nvCxnSpPr>
          <p:cNvPr id="6" name="Conector recto 5">
            <a:extLst>
              <a:ext uri="{FF2B5EF4-FFF2-40B4-BE49-F238E27FC236}">
                <a16:creationId xmlns:a16="http://schemas.microsoft.com/office/drawing/2014/main" id="{F68C7508-B7D6-187F-0597-42AC78043B9C}"/>
              </a:ext>
            </a:extLst>
          </p:cNvPr>
          <p:cNvCxnSpPr>
            <a:cxnSpLocks/>
          </p:cNvCxnSpPr>
          <p:nvPr/>
        </p:nvCxnSpPr>
        <p:spPr>
          <a:xfrm>
            <a:off x="-10133" y="910590"/>
            <a:ext cx="1220213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Rectángulo 10">
            <a:extLst>
              <a:ext uri="{FF2B5EF4-FFF2-40B4-BE49-F238E27FC236}">
                <a16:creationId xmlns:a16="http://schemas.microsoft.com/office/drawing/2014/main" id="{4CDD86D3-AB81-E6E5-2E24-8EC9B06622BF}"/>
              </a:ext>
            </a:extLst>
          </p:cNvPr>
          <p:cNvSpPr/>
          <p:nvPr/>
        </p:nvSpPr>
        <p:spPr>
          <a:xfrm>
            <a:off x="1" y="3036629"/>
            <a:ext cx="5751716" cy="1172763"/>
          </a:xfrm>
          <a:prstGeom prst="rect">
            <a:avLst/>
          </a:prstGeom>
          <a:solidFill>
            <a:srgbClr val="FFFFFF">
              <a:alpha val="74902"/>
            </a:srgbClr>
          </a:solidFill>
        </p:spPr>
        <p:txBody>
          <a:bodyPr wrap="square" lIns="0" tIns="0" rIns="0" bIns="0" rtlCol="0"/>
          <a:lstStyle/>
          <a:p>
            <a:pPr algn="ctr">
              <a:lnSpc>
                <a:spcPct val="200000"/>
              </a:lnSpc>
            </a:pPr>
            <a:endParaRPr lang="es-ES" b="1" dirty="0">
              <a:solidFill>
                <a:schemeClr val="bg1"/>
              </a:solidFill>
              <a:latin typeface="Roboto Black" panose="02000000000000000000" pitchFamily="2" charset="0"/>
              <a:ea typeface="Roboto Black" panose="02000000000000000000" pitchFamily="2" charset="0"/>
            </a:endParaRPr>
          </a:p>
        </p:txBody>
      </p:sp>
      <p:sp>
        <p:nvSpPr>
          <p:cNvPr id="12" name="Rectángulo 11">
            <a:extLst>
              <a:ext uri="{FF2B5EF4-FFF2-40B4-BE49-F238E27FC236}">
                <a16:creationId xmlns:a16="http://schemas.microsoft.com/office/drawing/2014/main" id="{F232CB09-3072-CC9D-F7C5-C41F1CA07674}"/>
              </a:ext>
            </a:extLst>
          </p:cNvPr>
          <p:cNvSpPr/>
          <p:nvPr/>
        </p:nvSpPr>
        <p:spPr>
          <a:xfrm>
            <a:off x="-2966" y="4368251"/>
            <a:ext cx="5751716" cy="1172762"/>
          </a:xfrm>
          <a:prstGeom prst="rect">
            <a:avLst/>
          </a:prstGeom>
          <a:solidFill>
            <a:srgbClr val="FFFFFF">
              <a:alpha val="74902"/>
            </a:srgbClr>
          </a:solidFill>
        </p:spPr>
        <p:txBody>
          <a:bodyPr wrap="square" lIns="0" tIns="0" rIns="0" bIns="0" rtlCol="0"/>
          <a:lstStyle/>
          <a:p>
            <a:pPr algn="ctr">
              <a:lnSpc>
                <a:spcPct val="200000"/>
              </a:lnSpc>
            </a:pPr>
            <a:endParaRPr lang="es-ES" b="1" dirty="0">
              <a:solidFill>
                <a:schemeClr val="bg1"/>
              </a:solidFill>
              <a:latin typeface="Roboto Black" panose="02000000000000000000" pitchFamily="2" charset="0"/>
              <a:ea typeface="Roboto Black" panose="02000000000000000000" pitchFamily="2" charset="0"/>
            </a:endParaRPr>
          </a:p>
        </p:txBody>
      </p:sp>
      <p:sp>
        <p:nvSpPr>
          <p:cNvPr id="9" name="Marcador de texto 4">
            <a:extLst>
              <a:ext uri="{FF2B5EF4-FFF2-40B4-BE49-F238E27FC236}">
                <a16:creationId xmlns:a16="http://schemas.microsoft.com/office/drawing/2014/main" id="{B2AD24FE-6D45-5423-7719-223CB4E77CAB}"/>
              </a:ext>
            </a:extLst>
          </p:cNvPr>
          <p:cNvSpPr txBox="1">
            <a:spLocks/>
          </p:cNvSpPr>
          <p:nvPr/>
        </p:nvSpPr>
        <p:spPr>
          <a:xfrm>
            <a:off x="302627" y="3145175"/>
            <a:ext cx="5127290" cy="966654"/>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Tx/>
              <a:buNone/>
              <a:defRPr lang="es-ES" altLang="es-ES" sz="1800" kern="1200" dirty="0" smtClean="0">
                <a:solidFill>
                  <a:srgbClr val="50505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s-ES" altLang="es-ES" sz="1600" kern="1200" dirty="0" smtClean="0">
                <a:solidFill>
                  <a:srgbClr val="50505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s-ES" altLang="es-ES" sz="1600" kern="1200" dirty="0" smtClean="0">
                <a:solidFill>
                  <a:srgbClr val="50505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s-ES" altLang="es-ES" sz="1600" kern="1200" dirty="0" smtClean="0">
                <a:solidFill>
                  <a:srgbClr val="50505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s-ES" altLang="es-ES" sz="1600" kern="1200" dirty="0" smtClean="0">
                <a:solidFill>
                  <a:srgbClr val="50505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ts val="0"/>
              </a:spcBef>
            </a:pPr>
            <a:r>
              <a:rPr lang="en-US" altLang="es-ES" sz="1400"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Because they are based on a pedagogical model that allows them to </a:t>
            </a:r>
            <a:r>
              <a:rPr lang="en-US" altLang="es-ES" sz="1400" kern="0" dirty="0">
                <a:solidFill>
                  <a:schemeClr val="bg1"/>
                </a:solidFill>
                <a:highlight>
                  <a:srgbClr val="EBA900"/>
                </a:highlight>
                <a:latin typeface="Roboto" panose="02000000000000000000" pitchFamily="2" charset="0"/>
                <a:ea typeface="Roboto" panose="02000000000000000000" pitchFamily="2" charset="0"/>
                <a:cs typeface="Arial" panose="020B0604020202020204" pitchFamily="34" charset="0"/>
              </a:rPr>
              <a:t>develop digital competencies </a:t>
            </a:r>
            <a:r>
              <a:rPr lang="en-US" altLang="es-ES" sz="1400"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and soft </a:t>
            </a:r>
            <a:r>
              <a:rPr lang="en-US" altLang="es-ES" sz="1400" kern="0" dirty="0">
                <a:solidFill>
                  <a:schemeClr val="bg1"/>
                </a:solidFill>
                <a:highlight>
                  <a:srgbClr val="EBA900"/>
                </a:highlight>
                <a:latin typeface="Roboto" panose="02000000000000000000" pitchFamily="2" charset="0"/>
                <a:ea typeface="Roboto" panose="02000000000000000000" pitchFamily="2" charset="0"/>
                <a:cs typeface="Arial" panose="020B0604020202020204" pitchFamily="34" charset="0"/>
              </a:rPr>
              <a:t>skills</a:t>
            </a:r>
            <a:r>
              <a:rPr lang="en-US" altLang="es-ES" sz="1400"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 such as creativity, critical thinking and communication that will be decisive for their lives.</a:t>
            </a:r>
            <a:endParaRPr lang="es-ES" altLang="es-ES" sz="1000"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endParaRPr>
          </a:p>
        </p:txBody>
      </p:sp>
      <p:sp>
        <p:nvSpPr>
          <p:cNvPr id="34" name="Rectángulo 33">
            <a:extLst>
              <a:ext uri="{FF2B5EF4-FFF2-40B4-BE49-F238E27FC236}">
                <a16:creationId xmlns:a16="http://schemas.microsoft.com/office/drawing/2014/main" id="{69D076CC-1184-99A5-8181-D0FBCD9B3DB1}"/>
              </a:ext>
            </a:extLst>
          </p:cNvPr>
          <p:cNvSpPr/>
          <p:nvPr/>
        </p:nvSpPr>
        <p:spPr>
          <a:xfrm>
            <a:off x="6655481" y="1508667"/>
            <a:ext cx="4805417" cy="4489475"/>
          </a:xfrm>
          <a:prstGeom prst="rect">
            <a:avLst/>
          </a:prstGeom>
          <a:solidFill>
            <a:srgbClr val="FFFFFF">
              <a:alpha val="74902"/>
            </a:srgbClr>
          </a:solidFill>
        </p:spPr>
        <p:txBody>
          <a:bodyPr wrap="square" lIns="0" tIns="0" rIns="0" bIns="0" rtlCol="0"/>
          <a:lstStyle/>
          <a:p>
            <a:pPr algn="ctr">
              <a:lnSpc>
                <a:spcPct val="200000"/>
              </a:lnSpc>
            </a:pPr>
            <a:endParaRPr lang="es-ES" b="1" dirty="0">
              <a:solidFill>
                <a:schemeClr val="bg1"/>
              </a:solidFill>
              <a:latin typeface="Roboto Black" panose="02000000000000000000" pitchFamily="2" charset="0"/>
              <a:ea typeface="Roboto Black" panose="02000000000000000000" pitchFamily="2" charset="0"/>
            </a:endParaRPr>
          </a:p>
        </p:txBody>
      </p:sp>
      <p:grpSp>
        <p:nvGrpSpPr>
          <p:cNvPr id="13" name="Grupo 12">
            <a:extLst>
              <a:ext uri="{FF2B5EF4-FFF2-40B4-BE49-F238E27FC236}">
                <a16:creationId xmlns:a16="http://schemas.microsoft.com/office/drawing/2014/main" id="{C5857FC8-40D2-232B-BB5B-4199CB5B0AA9}"/>
              </a:ext>
            </a:extLst>
          </p:cNvPr>
          <p:cNvGrpSpPr/>
          <p:nvPr/>
        </p:nvGrpSpPr>
        <p:grpSpPr>
          <a:xfrm>
            <a:off x="7165705" y="1706662"/>
            <a:ext cx="3830154" cy="1998793"/>
            <a:chOff x="8020808" y="2339741"/>
            <a:chExt cx="3830154" cy="1166857"/>
          </a:xfrm>
        </p:grpSpPr>
        <p:sp>
          <p:nvSpPr>
            <p:cNvPr id="14" name="Rectángulo 13">
              <a:extLst>
                <a:ext uri="{FF2B5EF4-FFF2-40B4-BE49-F238E27FC236}">
                  <a16:creationId xmlns:a16="http://schemas.microsoft.com/office/drawing/2014/main" id="{8D7E4A0B-BB5D-EAD5-8A18-B2A820D1BFE1}"/>
                </a:ext>
              </a:extLst>
            </p:cNvPr>
            <p:cNvSpPr/>
            <p:nvPr/>
          </p:nvSpPr>
          <p:spPr>
            <a:xfrm>
              <a:off x="8229600" y="2339741"/>
              <a:ext cx="3397390" cy="255895"/>
            </a:xfrm>
            <a:prstGeom prst="rect">
              <a:avLst/>
            </a:prstGeom>
            <a:solidFill>
              <a:srgbClr val="0F1C50"/>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530" tIns="49530" rIns="49530" bIns="49530" numCol="1" spcCol="1270" anchor="ctr" anchorCtr="0">
              <a:noAutofit/>
            </a:bodyPr>
            <a:lstStyle/>
            <a:p>
              <a:pPr algn="just"/>
              <a:endParaRPr lang="es-ES" sz="1600" kern="0" dirty="0">
                <a:solidFill>
                  <a:schemeClr val="bg1"/>
                </a:solidFill>
                <a:cs typeface="Arial" panose="020B0604020202020204" pitchFamily="34" charset="0"/>
              </a:endParaRPr>
            </a:p>
          </p:txBody>
        </p:sp>
        <p:sp>
          <p:nvSpPr>
            <p:cNvPr id="15" name="CuadroTexto 14">
              <a:extLst>
                <a:ext uri="{FF2B5EF4-FFF2-40B4-BE49-F238E27FC236}">
                  <a16:creationId xmlns:a16="http://schemas.microsoft.com/office/drawing/2014/main" id="{18A8F3B5-D3D2-A476-107D-578AD5A75A74}"/>
                </a:ext>
              </a:extLst>
            </p:cNvPr>
            <p:cNvSpPr txBox="1"/>
            <p:nvPr/>
          </p:nvSpPr>
          <p:spPr>
            <a:xfrm>
              <a:off x="8020808" y="2372958"/>
              <a:ext cx="3830154" cy="307777"/>
            </a:xfrm>
            <a:prstGeom prst="rect">
              <a:avLst/>
            </a:prstGeom>
            <a:noFill/>
          </p:spPr>
          <p:txBody>
            <a:bodyPr wrap="square">
              <a:spAutoFit/>
            </a:bodyPr>
            <a:lstStyle/>
            <a:p>
              <a:pPr algn="ctr"/>
              <a:r>
                <a:rPr lang="en-US" altLang="es-ES" sz="1400" b="1" kern="0" dirty="0">
                  <a:solidFill>
                    <a:schemeClr val="bg1"/>
                  </a:solidFill>
                  <a:latin typeface="Roboto" panose="02000000000000000000" pitchFamily="2" charset="0"/>
                  <a:ea typeface="Roboto" panose="02000000000000000000" pitchFamily="2" charset="0"/>
                  <a:cs typeface="Arial" panose="020B0604020202020204" pitchFamily="34" charset="0"/>
                </a:rPr>
                <a:t>What does a school need to participate</a:t>
              </a:r>
              <a:r>
                <a:rPr lang="es-ES" altLang="es-ES" sz="1400" b="1" kern="0" dirty="0">
                  <a:solidFill>
                    <a:schemeClr val="bg1"/>
                  </a:solidFill>
                  <a:latin typeface="Roboto" panose="02000000000000000000" pitchFamily="2" charset="0"/>
                  <a:ea typeface="Roboto" panose="02000000000000000000" pitchFamily="2" charset="0"/>
                  <a:cs typeface="Arial" panose="020B0604020202020204" pitchFamily="34" charset="0"/>
                </a:rPr>
                <a:t>?</a:t>
              </a:r>
            </a:p>
          </p:txBody>
        </p:sp>
        <p:sp>
          <p:nvSpPr>
            <p:cNvPr id="17" name="Rectángulo 16">
              <a:extLst>
                <a:ext uri="{FF2B5EF4-FFF2-40B4-BE49-F238E27FC236}">
                  <a16:creationId xmlns:a16="http://schemas.microsoft.com/office/drawing/2014/main" id="{EECD5765-4F0B-D407-36FD-BC225F6C917B}"/>
                </a:ext>
              </a:extLst>
            </p:cNvPr>
            <p:cNvSpPr/>
            <p:nvPr/>
          </p:nvSpPr>
          <p:spPr>
            <a:xfrm>
              <a:off x="8229599" y="2801923"/>
              <a:ext cx="3397391" cy="704675"/>
            </a:xfrm>
            <a:prstGeom prst="rect">
              <a:avLst/>
            </a:prstGeom>
            <a:noFill/>
            <a:ln>
              <a:solidFill>
                <a:srgbClr val="9E9E9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grpSp>
        <p:nvGrpSpPr>
          <p:cNvPr id="18" name="Grupo 17">
            <a:extLst>
              <a:ext uri="{FF2B5EF4-FFF2-40B4-BE49-F238E27FC236}">
                <a16:creationId xmlns:a16="http://schemas.microsoft.com/office/drawing/2014/main" id="{108A1E37-4926-3147-6A53-953B9C024868}"/>
              </a:ext>
            </a:extLst>
          </p:cNvPr>
          <p:cNvGrpSpPr/>
          <p:nvPr/>
        </p:nvGrpSpPr>
        <p:grpSpPr>
          <a:xfrm>
            <a:off x="7309551" y="3934445"/>
            <a:ext cx="3469926" cy="1513966"/>
            <a:chOff x="8229599" y="2305576"/>
            <a:chExt cx="3469926" cy="1201022"/>
          </a:xfrm>
        </p:grpSpPr>
        <p:sp>
          <p:nvSpPr>
            <p:cNvPr id="19" name="Rectángulo 18">
              <a:extLst>
                <a:ext uri="{FF2B5EF4-FFF2-40B4-BE49-F238E27FC236}">
                  <a16:creationId xmlns:a16="http://schemas.microsoft.com/office/drawing/2014/main" id="{E2B73994-65D5-E92C-4373-F2DCB48B1ED4}"/>
                </a:ext>
              </a:extLst>
            </p:cNvPr>
            <p:cNvSpPr/>
            <p:nvPr/>
          </p:nvSpPr>
          <p:spPr>
            <a:xfrm>
              <a:off x="8302134" y="2305576"/>
              <a:ext cx="3324855" cy="344138"/>
            </a:xfrm>
            <a:prstGeom prst="rect">
              <a:avLst/>
            </a:prstGeom>
            <a:solidFill>
              <a:srgbClr val="0F1C50"/>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530" tIns="49530" rIns="49530" bIns="49530" numCol="1" spcCol="1270" anchor="ctr" anchorCtr="0">
              <a:noAutofit/>
            </a:bodyPr>
            <a:lstStyle/>
            <a:p>
              <a:pPr algn="just"/>
              <a:endParaRPr lang="es-ES" sz="1600" kern="0" dirty="0">
                <a:solidFill>
                  <a:schemeClr val="bg1"/>
                </a:solidFill>
                <a:cs typeface="Arial" panose="020B0604020202020204" pitchFamily="34" charset="0"/>
              </a:endParaRPr>
            </a:p>
          </p:txBody>
        </p:sp>
        <p:sp>
          <p:nvSpPr>
            <p:cNvPr id="20" name="CuadroTexto 19">
              <a:extLst>
                <a:ext uri="{FF2B5EF4-FFF2-40B4-BE49-F238E27FC236}">
                  <a16:creationId xmlns:a16="http://schemas.microsoft.com/office/drawing/2014/main" id="{6D1B36D7-1FB1-91A3-A9F7-531B972B5B1C}"/>
                </a:ext>
              </a:extLst>
            </p:cNvPr>
            <p:cNvSpPr txBox="1"/>
            <p:nvPr/>
          </p:nvSpPr>
          <p:spPr>
            <a:xfrm>
              <a:off x="8367081" y="2357314"/>
              <a:ext cx="3324854" cy="307777"/>
            </a:xfrm>
            <a:prstGeom prst="rect">
              <a:avLst/>
            </a:prstGeom>
            <a:noFill/>
          </p:spPr>
          <p:txBody>
            <a:bodyPr wrap="square">
              <a:spAutoFit/>
            </a:bodyPr>
            <a:lstStyle/>
            <a:p>
              <a:pPr algn="ctr"/>
              <a:r>
                <a:rPr lang="es-ES" altLang="es-ES" sz="1400" b="1" kern="0" dirty="0" err="1">
                  <a:solidFill>
                    <a:schemeClr val="bg1"/>
                  </a:solidFill>
                  <a:latin typeface="Roboto" panose="02000000000000000000" pitchFamily="2" charset="0"/>
                  <a:ea typeface="Roboto" panose="02000000000000000000" pitchFamily="2" charset="0"/>
                  <a:cs typeface="Arial" panose="020B0604020202020204" pitchFamily="34" charset="0"/>
                </a:rPr>
                <a:t>What</a:t>
              </a:r>
              <a:r>
                <a:rPr lang="es-ES" altLang="es-ES" sz="1400" b="1" kern="0" dirty="0">
                  <a:solidFill>
                    <a:schemeClr val="bg1"/>
                  </a:solidFill>
                  <a:latin typeface="Roboto" panose="02000000000000000000" pitchFamily="2" charset="0"/>
                  <a:ea typeface="Roboto" panose="02000000000000000000" pitchFamily="2" charset="0"/>
                  <a:cs typeface="Arial" panose="020B0604020202020204" pitchFamily="34" charset="0"/>
                </a:rPr>
                <a:t> do </a:t>
              </a:r>
              <a:r>
                <a:rPr lang="es-ES" altLang="es-ES" sz="1400" b="1" kern="0" dirty="0" err="1">
                  <a:solidFill>
                    <a:schemeClr val="bg1"/>
                  </a:solidFill>
                  <a:latin typeface="Roboto" panose="02000000000000000000" pitchFamily="2" charset="0"/>
                  <a:ea typeface="Roboto" panose="02000000000000000000" pitchFamily="2" charset="0"/>
                  <a:cs typeface="Arial" panose="020B0604020202020204" pitchFamily="34" charset="0"/>
                </a:rPr>
                <a:t>minors</a:t>
              </a:r>
              <a:r>
                <a:rPr lang="es-ES" altLang="es-ES" sz="1400" b="1" kern="0" dirty="0">
                  <a:solidFill>
                    <a:schemeClr val="bg1"/>
                  </a:solidFill>
                  <a:latin typeface="Roboto" panose="02000000000000000000" pitchFamily="2" charset="0"/>
                  <a:ea typeface="Roboto" panose="02000000000000000000" pitchFamily="2" charset="0"/>
                  <a:cs typeface="Arial" panose="020B0604020202020204" pitchFamily="34" charset="0"/>
                </a:rPr>
                <a:t> </a:t>
              </a:r>
              <a:r>
                <a:rPr lang="es-ES" altLang="es-ES" sz="1400" b="1" kern="0" dirty="0" err="1">
                  <a:solidFill>
                    <a:schemeClr val="bg1"/>
                  </a:solidFill>
                  <a:latin typeface="Roboto" panose="02000000000000000000" pitchFamily="2" charset="0"/>
                  <a:ea typeface="Roboto" panose="02000000000000000000" pitchFamily="2" charset="0"/>
                  <a:cs typeface="Arial" panose="020B0604020202020204" pitchFamily="34" charset="0"/>
                </a:rPr>
                <a:t>need</a:t>
              </a:r>
              <a:r>
                <a:rPr lang="es-ES" altLang="es-ES" sz="1400" b="1" kern="0" dirty="0">
                  <a:solidFill>
                    <a:schemeClr val="bg1"/>
                  </a:solidFill>
                  <a:latin typeface="Roboto" panose="02000000000000000000" pitchFamily="2" charset="0"/>
                  <a:ea typeface="Roboto" panose="02000000000000000000" pitchFamily="2" charset="0"/>
                  <a:cs typeface="Arial" panose="020B0604020202020204" pitchFamily="34" charset="0"/>
                </a:rPr>
                <a:t>?</a:t>
              </a:r>
            </a:p>
          </p:txBody>
        </p:sp>
        <p:sp>
          <p:nvSpPr>
            <p:cNvPr id="21" name="Marcador de texto 4">
              <a:extLst>
                <a:ext uri="{FF2B5EF4-FFF2-40B4-BE49-F238E27FC236}">
                  <a16:creationId xmlns:a16="http://schemas.microsoft.com/office/drawing/2014/main" id="{B22FD3C9-2B1A-5D0E-EDB1-AD9C0E827D06}"/>
                </a:ext>
              </a:extLst>
            </p:cNvPr>
            <p:cNvSpPr txBox="1">
              <a:spLocks/>
            </p:cNvSpPr>
            <p:nvPr/>
          </p:nvSpPr>
          <p:spPr>
            <a:xfrm>
              <a:off x="8302135" y="2875215"/>
              <a:ext cx="3397390" cy="55378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Tx/>
                <a:buNone/>
                <a:defRPr lang="es-ES" altLang="es-ES" sz="1800" kern="1200" dirty="0" smtClean="0">
                  <a:solidFill>
                    <a:srgbClr val="50505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s-ES" altLang="es-ES" sz="1600" kern="1200" dirty="0" smtClean="0">
                  <a:solidFill>
                    <a:srgbClr val="50505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s-ES" altLang="es-ES" sz="1600" kern="1200" dirty="0" smtClean="0">
                  <a:solidFill>
                    <a:srgbClr val="50505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s-ES" altLang="es-ES" sz="1600" kern="1200" dirty="0" smtClean="0">
                  <a:solidFill>
                    <a:srgbClr val="50505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s-ES" altLang="es-ES" sz="1600" kern="1200" dirty="0" smtClean="0">
                  <a:solidFill>
                    <a:srgbClr val="50505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lnSpc>
                  <a:spcPct val="100000"/>
                </a:lnSpc>
                <a:spcBef>
                  <a:spcPts val="0"/>
                </a:spcBef>
                <a:buFont typeface="Wingdings" panose="05000000000000000000" pitchFamily="2" charset="2"/>
                <a:buChar char="§"/>
              </a:pPr>
              <a:r>
                <a:rPr lang="es-ES" sz="1400"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A </a:t>
              </a:r>
              <a:r>
                <a:rPr lang="es-ES" sz="1400" kern="0" dirty="0" err="1">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computer</a:t>
              </a:r>
              <a:endParaRPr lang="es-ES" sz="1400"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endParaRPr>
            </a:p>
            <a:p>
              <a:pPr marL="285750" indent="-285750" algn="just">
                <a:lnSpc>
                  <a:spcPct val="100000"/>
                </a:lnSpc>
                <a:spcBef>
                  <a:spcPts val="0"/>
                </a:spcBef>
                <a:buFont typeface="Wingdings" panose="05000000000000000000" pitchFamily="2" charset="2"/>
                <a:buChar char="§"/>
              </a:pPr>
              <a:r>
                <a:rPr lang="es-ES" sz="1400"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Internet </a:t>
              </a:r>
              <a:r>
                <a:rPr lang="es-ES" sz="1400" kern="0" dirty="0" err="1">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connection</a:t>
              </a:r>
              <a:endParaRPr lang="es-ES" sz="1400"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endParaRPr>
            </a:p>
            <a:p>
              <a:pPr marL="285750" indent="-285750" algn="just">
                <a:lnSpc>
                  <a:spcPct val="110000"/>
                </a:lnSpc>
                <a:spcBef>
                  <a:spcPts val="0"/>
                </a:spcBef>
                <a:buFont typeface="Wingdings" panose="05000000000000000000" pitchFamily="2" charset="2"/>
                <a:buChar char="§"/>
              </a:pPr>
              <a:endParaRPr lang="es-ES" sz="1600" dirty="0">
                <a:solidFill>
                  <a:schemeClr val="tx1">
                    <a:lumMod val="75000"/>
                    <a:lumOff val="25000"/>
                  </a:schemeClr>
                </a:solidFill>
                <a:latin typeface="Roboto" panose="02000000000000000000" pitchFamily="2" charset="0"/>
                <a:ea typeface="Roboto" panose="02000000000000000000" pitchFamily="2" charset="0"/>
              </a:endParaRPr>
            </a:p>
          </p:txBody>
        </p:sp>
        <p:sp>
          <p:nvSpPr>
            <p:cNvPr id="22" name="Rectángulo 21">
              <a:extLst>
                <a:ext uri="{FF2B5EF4-FFF2-40B4-BE49-F238E27FC236}">
                  <a16:creationId xmlns:a16="http://schemas.microsoft.com/office/drawing/2014/main" id="{FB5FB5D0-33EC-3A0A-E386-4B2CF25D0947}"/>
                </a:ext>
              </a:extLst>
            </p:cNvPr>
            <p:cNvSpPr/>
            <p:nvPr/>
          </p:nvSpPr>
          <p:spPr>
            <a:xfrm>
              <a:off x="8229599" y="2801923"/>
              <a:ext cx="3397391" cy="704675"/>
            </a:xfrm>
            <a:prstGeom prst="rect">
              <a:avLst/>
            </a:prstGeom>
            <a:noFill/>
            <a:ln>
              <a:solidFill>
                <a:srgbClr val="9E9E9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25" name="Rectángulo 24">
            <a:extLst>
              <a:ext uri="{FF2B5EF4-FFF2-40B4-BE49-F238E27FC236}">
                <a16:creationId xmlns:a16="http://schemas.microsoft.com/office/drawing/2014/main" id="{CA434BE5-9D2F-9F7A-E07A-BB1BF20AD235}"/>
              </a:ext>
            </a:extLst>
          </p:cNvPr>
          <p:cNvSpPr/>
          <p:nvPr/>
        </p:nvSpPr>
        <p:spPr>
          <a:xfrm>
            <a:off x="6096000" y="5436215"/>
            <a:ext cx="5925695" cy="880781"/>
          </a:xfrm>
          <a:prstGeom prst="rect">
            <a:avLst/>
          </a:prstGeom>
          <a:solidFill>
            <a:srgbClr val="EBA900"/>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530" tIns="49530" rIns="49530" bIns="49530" numCol="1" spcCol="1270" anchor="ctr" anchorCtr="0">
            <a:noAutofit/>
          </a:bodyPr>
          <a:lstStyle/>
          <a:p>
            <a:pPr algn="just"/>
            <a:endParaRPr lang="es-ES" sz="1400" kern="0" dirty="0">
              <a:solidFill>
                <a:schemeClr val="bg1"/>
              </a:solidFill>
              <a:latin typeface="Roboto" panose="02000000000000000000" pitchFamily="2" charset="0"/>
              <a:ea typeface="Roboto" panose="02000000000000000000" pitchFamily="2" charset="0"/>
              <a:cs typeface="Arial" panose="020B0604020202020204" pitchFamily="34" charset="0"/>
            </a:endParaRPr>
          </a:p>
        </p:txBody>
      </p:sp>
      <p:sp>
        <p:nvSpPr>
          <p:cNvPr id="26" name="CuadroTexto 25">
            <a:extLst>
              <a:ext uri="{FF2B5EF4-FFF2-40B4-BE49-F238E27FC236}">
                <a16:creationId xmlns:a16="http://schemas.microsoft.com/office/drawing/2014/main" id="{2C1D6D0D-8817-3DA4-F2B4-B24D284207DE}"/>
              </a:ext>
            </a:extLst>
          </p:cNvPr>
          <p:cNvSpPr txBox="1"/>
          <p:nvPr/>
        </p:nvSpPr>
        <p:spPr>
          <a:xfrm>
            <a:off x="6134501" y="5669534"/>
            <a:ext cx="5847381" cy="400110"/>
          </a:xfrm>
          <a:prstGeom prst="rect">
            <a:avLst/>
          </a:prstGeom>
          <a:noFill/>
        </p:spPr>
        <p:txBody>
          <a:bodyPr wrap="square">
            <a:spAutoFit/>
          </a:bodyPr>
          <a:lstStyle/>
          <a:p>
            <a:pPr algn="ctr"/>
            <a:r>
              <a:rPr lang="en-US" altLang="es-ES" sz="2000" b="1" kern="0" dirty="0">
                <a:solidFill>
                  <a:schemeClr val="bg1"/>
                </a:solidFill>
                <a:latin typeface="Roboto" panose="02000000000000000000" pitchFamily="2" charset="0"/>
                <a:ea typeface="Roboto" panose="02000000000000000000" pitchFamily="2" charset="0"/>
                <a:cs typeface="Arial" panose="020B0604020202020204" pitchFamily="34" charset="0"/>
              </a:rPr>
              <a:t>If you can imagine it, you can create it!</a:t>
            </a:r>
            <a:endParaRPr lang="es-ES" altLang="es-ES" sz="2000" b="1" kern="0" dirty="0">
              <a:solidFill>
                <a:schemeClr val="bg1"/>
              </a:solidFill>
              <a:latin typeface="Roboto" panose="02000000000000000000" pitchFamily="2" charset="0"/>
              <a:ea typeface="Roboto" panose="02000000000000000000" pitchFamily="2" charset="0"/>
              <a:cs typeface="Arial" panose="020B0604020202020204" pitchFamily="34" charset="0"/>
            </a:endParaRPr>
          </a:p>
        </p:txBody>
      </p:sp>
      <p:sp>
        <p:nvSpPr>
          <p:cNvPr id="24" name="Rectángulo 23">
            <a:extLst>
              <a:ext uri="{FF2B5EF4-FFF2-40B4-BE49-F238E27FC236}">
                <a16:creationId xmlns:a16="http://schemas.microsoft.com/office/drawing/2014/main" id="{1D4CA5A5-7A60-C80A-47E4-C783DF15601F}"/>
              </a:ext>
            </a:extLst>
          </p:cNvPr>
          <p:cNvSpPr/>
          <p:nvPr/>
        </p:nvSpPr>
        <p:spPr>
          <a:xfrm>
            <a:off x="10134" y="1677253"/>
            <a:ext cx="5751716" cy="1172763"/>
          </a:xfrm>
          <a:prstGeom prst="rect">
            <a:avLst/>
          </a:prstGeom>
          <a:solidFill>
            <a:srgbClr val="FFFFFF">
              <a:alpha val="74902"/>
            </a:srgbClr>
          </a:solidFill>
        </p:spPr>
        <p:txBody>
          <a:bodyPr wrap="square" lIns="0" tIns="0" rIns="0" bIns="0" rtlCol="0"/>
          <a:lstStyle/>
          <a:p>
            <a:pPr algn="ctr">
              <a:lnSpc>
                <a:spcPct val="200000"/>
              </a:lnSpc>
            </a:pPr>
            <a:endParaRPr lang="es-ES" b="1" dirty="0">
              <a:solidFill>
                <a:schemeClr val="bg1"/>
              </a:solidFill>
              <a:latin typeface="Roboto Black" panose="02000000000000000000" pitchFamily="2" charset="0"/>
              <a:ea typeface="Roboto Black" panose="02000000000000000000" pitchFamily="2" charset="0"/>
            </a:endParaRPr>
          </a:p>
        </p:txBody>
      </p:sp>
      <p:sp>
        <p:nvSpPr>
          <p:cNvPr id="27" name="Marcador de texto 4">
            <a:extLst>
              <a:ext uri="{FF2B5EF4-FFF2-40B4-BE49-F238E27FC236}">
                <a16:creationId xmlns:a16="http://schemas.microsoft.com/office/drawing/2014/main" id="{FF844862-5B66-1970-1125-CC5653C3A16C}"/>
              </a:ext>
            </a:extLst>
          </p:cNvPr>
          <p:cNvSpPr txBox="1">
            <a:spLocks/>
          </p:cNvSpPr>
          <p:nvPr/>
        </p:nvSpPr>
        <p:spPr>
          <a:xfrm>
            <a:off x="315618" y="1793241"/>
            <a:ext cx="5140749" cy="115153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Tx/>
              <a:buNone/>
              <a:defRPr lang="es-ES" altLang="es-ES" sz="1800" kern="1200" dirty="0" smtClean="0">
                <a:solidFill>
                  <a:srgbClr val="50505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s-ES" altLang="es-ES" sz="1600" kern="1200" dirty="0" smtClean="0">
                <a:solidFill>
                  <a:srgbClr val="50505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s-ES" altLang="es-ES" sz="1600" kern="1200" dirty="0" smtClean="0">
                <a:solidFill>
                  <a:srgbClr val="50505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s-ES" altLang="es-ES" sz="1600" kern="1200" dirty="0" smtClean="0">
                <a:solidFill>
                  <a:srgbClr val="50505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s-ES" altLang="es-ES" sz="1600" kern="1200" dirty="0" smtClean="0">
                <a:solidFill>
                  <a:srgbClr val="50505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ts val="0"/>
              </a:spcBef>
            </a:pPr>
            <a:r>
              <a:rPr lang="en-US" altLang="es-ES" sz="1400"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Because it is the best opportunity to awaken their interest in programming and bring them closer to the bases of </a:t>
            </a:r>
            <a:r>
              <a:rPr lang="en-US" altLang="es-ES" sz="1400" kern="0" dirty="0">
                <a:solidFill>
                  <a:schemeClr val="bg1"/>
                </a:solidFill>
                <a:highlight>
                  <a:srgbClr val="EBA900"/>
                </a:highlight>
                <a:latin typeface="Roboto" panose="02000000000000000000" pitchFamily="2" charset="0"/>
                <a:ea typeface="Roboto" panose="02000000000000000000" pitchFamily="2" charset="0"/>
                <a:cs typeface="Arial" panose="020B0604020202020204" pitchFamily="34" charset="0"/>
              </a:rPr>
              <a:t>computational thinking </a:t>
            </a:r>
            <a:r>
              <a:rPr lang="en-US" altLang="es-ES" sz="1400"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in a fun and practical way.</a:t>
            </a:r>
            <a:endParaRPr lang="es-ES" altLang="es-ES" sz="1400"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endParaRPr>
          </a:p>
        </p:txBody>
      </p:sp>
      <p:sp>
        <p:nvSpPr>
          <p:cNvPr id="30" name="Marcador de texto 4">
            <a:extLst>
              <a:ext uri="{FF2B5EF4-FFF2-40B4-BE49-F238E27FC236}">
                <a16:creationId xmlns:a16="http://schemas.microsoft.com/office/drawing/2014/main" id="{57FA05D2-9580-0B00-2560-614A8FBBAD9B}"/>
              </a:ext>
            </a:extLst>
          </p:cNvPr>
          <p:cNvSpPr txBox="1">
            <a:spLocks/>
          </p:cNvSpPr>
          <p:nvPr/>
        </p:nvSpPr>
        <p:spPr>
          <a:xfrm>
            <a:off x="302627" y="4686165"/>
            <a:ext cx="5127290" cy="96665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Tx/>
              <a:buNone/>
              <a:defRPr lang="es-ES" altLang="es-ES" sz="1800" kern="1200" dirty="0" smtClean="0">
                <a:solidFill>
                  <a:srgbClr val="50505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s-ES" altLang="es-ES" sz="1600" kern="1200" dirty="0" smtClean="0">
                <a:solidFill>
                  <a:srgbClr val="50505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s-ES" altLang="es-ES" sz="1600" kern="1200" dirty="0" smtClean="0">
                <a:solidFill>
                  <a:srgbClr val="50505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s-ES" altLang="es-ES" sz="1600" kern="1200" dirty="0" smtClean="0">
                <a:solidFill>
                  <a:srgbClr val="50505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s-ES" altLang="es-ES" sz="1600" kern="1200" dirty="0" smtClean="0">
                <a:solidFill>
                  <a:srgbClr val="50505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ts val="0"/>
              </a:spcBef>
            </a:pPr>
            <a:r>
              <a:rPr lang="en-US" altLang="es-ES" sz="1400"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Because, without feeling it like an academic burden, they will </a:t>
            </a:r>
            <a:r>
              <a:rPr lang="en-US" altLang="es-ES" sz="1400" kern="0" dirty="0">
                <a:solidFill>
                  <a:schemeClr val="bg1"/>
                </a:solidFill>
                <a:highlight>
                  <a:srgbClr val="EBA900"/>
                </a:highlight>
                <a:latin typeface="Roboto" panose="02000000000000000000" pitchFamily="2" charset="0"/>
                <a:ea typeface="Roboto" panose="02000000000000000000" pitchFamily="2" charset="0"/>
                <a:cs typeface="Arial" panose="020B0604020202020204" pitchFamily="34" charset="0"/>
              </a:rPr>
              <a:t>eliminate the taboo</a:t>
            </a:r>
            <a:r>
              <a:rPr lang="en-US" altLang="es-ES" sz="1400"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 that relates difficulty to programming and technology.</a:t>
            </a:r>
            <a:endParaRPr lang="es-ES" altLang="es-ES" sz="1000"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endParaRPr>
          </a:p>
        </p:txBody>
      </p:sp>
      <p:sp>
        <p:nvSpPr>
          <p:cNvPr id="7" name="Marcador de texto 4">
            <a:extLst>
              <a:ext uri="{FF2B5EF4-FFF2-40B4-BE49-F238E27FC236}">
                <a16:creationId xmlns:a16="http://schemas.microsoft.com/office/drawing/2014/main" id="{D6C13A80-7537-4085-FD6A-4F5707BDC305}"/>
              </a:ext>
            </a:extLst>
          </p:cNvPr>
          <p:cNvSpPr txBox="1">
            <a:spLocks/>
          </p:cNvSpPr>
          <p:nvPr/>
        </p:nvSpPr>
        <p:spPr>
          <a:xfrm>
            <a:off x="7215651" y="2199654"/>
            <a:ext cx="3830153" cy="1746237"/>
          </a:xfrm>
          <a:prstGeom prst="rect">
            <a:avLst/>
          </a:prstGeom>
        </p:spPr>
        <p:txBody>
          <a:bodyPr vert="horz" lIns="91440" tIns="45720" rIns="91440" bIns="45720" rtlCol="0">
            <a:normAutofit fontScale="92500" lnSpcReduction="10000"/>
          </a:bodyPr>
          <a:lstStyle>
            <a:lvl1pPr marL="0" indent="0" algn="l" defTabSz="914400" rtl="0" eaLnBrk="1" latinLnBrk="0" hangingPunct="1">
              <a:lnSpc>
                <a:spcPct val="90000"/>
              </a:lnSpc>
              <a:spcBef>
                <a:spcPts val="1000"/>
              </a:spcBef>
              <a:buFontTx/>
              <a:buNone/>
              <a:defRPr lang="es-ES" altLang="es-ES" sz="1800" kern="1200" dirty="0" smtClean="0">
                <a:solidFill>
                  <a:srgbClr val="50505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s-ES" altLang="es-ES" sz="1600" kern="1200" dirty="0" smtClean="0">
                <a:solidFill>
                  <a:srgbClr val="50505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s-ES" altLang="es-ES" sz="1600" kern="1200" dirty="0" smtClean="0">
                <a:solidFill>
                  <a:srgbClr val="50505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s-ES" altLang="es-ES" sz="1600" kern="1200" dirty="0" smtClean="0">
                <a:solidFill>
                  <a:srgbClr val="50505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s-ES" altLang="es-ES" sz="1600" kern="1200" dirty="0" smtClean="0">
                <a:solidFill>
                  <a:srgbClr val="50505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Bef>
                <a:spcPts val="0"/>
              </a:spcBef>
            </a:pPr>
            <a:r>
              <a:rPr lang="en-US" sz="1400"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ONLY needs one interested coordinator who will:</a:t>
            </a:r>
          </a:p>
          <a:p>
            <a:pPr algn="just">
              <a:lnSpc>
                <a:spcPct val="100000"/>
              </a:lnSpc>
              <a:spcBef>
                <a:spcPts val="0"/>
              </a:spcBef>
            </a:pPr>
            <a:endParaRPr lang="en-US" sz="1400"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endParaRPr>
          </a:p>
          <a:p>
            <a:pPr marL="285750" indent="-285750" algn="just">
              <a:lnSpc>
                <a:spcPct val="100000"/>
              </a:lnSpc>
              <a:spcBef>
                <a:spcPts val="0"/>
              </a:spcBef>
              <a:buFont typeface="Wingdings" panose="05000000000000000000" pitchFamily="2" charset="2"/>
              <a:buChar char="§"/>
            </a:pPr>
            <a:r>
              <a:rPr lang="en-US" sz="1400"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Attend a </a:t>
            </a:r>
            <a:r>
              <a:rPr lang="en-US" sz="1400" b="1"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1-hour online briefing </a:t>
            </a:r>
            <a:r>
              <a:rPr lang="en-US" sz="1400"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with details of the activity</a:t>
            </a:r>
          </a:p>
          <a:p>
            <a:pPr marL="285750" indent="-285750" algn="just">
              <a:lnSpc>
                <a:spcPct val="100000"/>
              </a:lnSpc>
              <a:spcBef>
                <a:spcPts val="0"/>
              </a:spcBef>
              <a:buFont typeface="Wingdings" panose="05000000000000000000" pitchFamily="2" charset="2"/>
              <a:buChar char="§"/>
            </a:pPr>
            <a:r>
              <a:rPr lang="en-US" sz="1400"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a:t>
            </a:r>
            <a:r>
              <a:rPr lang="en-US" sz="1400" kern="0" dirty="0">
                <a:solidFill>
                  <a:srgbClr val="FF0000"/>
                </a:solidFill>
                <a:latin typeface="Roboto" panose="02000000000000000000" pitchFamily="2" charset="0"/>
                <a:ea typeface="Roboto" panose="02000000000000000000" pitchFamily="2" charset="0"/>
                <a:cs typeface="Arial" panose="020B0604020202020204" pitchFamily="34" charset="0"/>
              </a:rPr>
              <a:t>Optional</a:t>
            </a:r>
            <a:r>
              <a:rPr lang="en-US" sz="1400"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 Attend a </a:t>
            </a:r>
            <a:r>
              <a:rPr lang="en-US" sz="1400" b="1"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1.5 hour online training session </a:t>
            </a:r>
            <a:r>
              <a:rPr lang="en-US" sz="1400"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on Scratch and Computational Thinking</a:t>
            </a:r>
            <a:endParaRPr lang="es-ES" sz="1400"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endParaRPr>
          </a:p>
          <a:p>
            <a:pPr algn="just">
              <a:lnSpc>
                <a:spcPct val="100000"/>
              </a:lnSpc>
              <a:spcBef>
                <a:spcPts val="0"/>
              </a:spcBef>
            </a:pPr>
            <a:r>
              <a:rPr lang="en-US" sz="1400" kern="0"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Our volunteers will be in charge of the participants' questions and progress.</a:t>
            </a:r>
            <a:endParaRPr lang="es-ES" sz="1000" dirty="0">
              <a:solidFill>
                <a:schemeClr val="tx1">
                  <a:lumMod val="75000"/>
                  <a:lumOff val="25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936408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18 Rectángulo">
            <a:extLst>
              <a:ext uri="{FF2B5EF4-FFF2-40B4-BE49-F238E27FC236}">
                <a16:creationId xmlns:a16="http://schemas.microsoft.com/office/drawing/2014/main" id="{B03C5BE8-739D-5A49-B898-B9BA66B3ACE6}"/>
              </a:ext>
            </a:extLst>
          </p:cNvPr>
          <p:cNvSpPr/>
          <p:nvPr/>
        </p:nvSpPr>
        <p:spPr>
          <a:xfrm>
            <a:off x="406901" y="1033464"/>
            <a:ext cx="3497801" cy="713184"/>
          </a:xfrm>
          <a:prstGeom prst="rect">
            <a:avLst/>
          </a:prstGeom>
          <a:solidFill>
            <a:srgbClr val="0F1C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ES" sz="1600" dirty="0">
              <a:latin typeface="Roboto Thin"/>
            </a:endParaRPr>
          </a:p>
        </p:txBody>
      </p:sp>
      <p:sp>
        <p:nvSpPr>
          <p:cNvPr id="2" name="CuadroTexto 1">
            <a:extLst>
              <a:ext uri="{FF2B5EF4-FFF2-40B4-BE49-F238E27FC236}">
                <a16:creationId xmlns:a16="http://schemas.microsoft.com/office/drawing/2014/main" id="{E7AE6275-4D3A-F5DC-CD2C-4869A92170D3}"/>
              </a:ext>
            </a:extLst>
          </p:cNvPr>
          <p:cNvSpPr txBox="1"/>
          <p:nvPr/>
        </p:nvSpPr>
        <p:spPr>
          <a:xfrm>
            <a:off x="175530" y="254374"/>
            <a:ext cx="109677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2400" b="1" spc="-15" dirty="0">
                <a:solidFill>
                  <a:srgbClr val="0F1C50"/>
                </a:solidFill>
                <a:latin typeface="Roboto Black"/>
                <a:ea typeface="+mj-ea"/>
              </a:rPr>
              <a:t>TEAM </a:t>
            </a:r>
          </a:p>
        </p:txBody>
      </p:sp>
      <p:cxnSp>
        <p:nvCxnSpPr>
          <p:cNvPr id="3" name="Conector recto 2">
            <a:extLst>
              <a:ext uri="{FF2B5EF4-FFF2-40B4-BE49-F238E27FC236}">
                <a16:creationId xmlns:a16="http://schemas.microsoft.com/office/drawing/2014/main" id="{1CDB2160-2578-B801-B5EE-8436C24B0C86}"/>
              </a:ext>
            </a:extLst>
          </p:cNvPr>
          <p:cNvCxnSpPr>
            <a:cxnSpLocks/>
          </p:cNvCxnSpPr>
          <p:nvPr/>
        </p:nvCxnSpPr>
        <p:spPr>
          <a:xfrm>
            <a:off x="-10133" y="910590"/>
            <a:ext cx="12202133" cy="0"/>
          </a:xfrm>
          <a:prstGeom prst="line">
            <a:avLst/>
          </a:prstGeom>
          <a:ln>
            <a:solidFill>
              <a:srgbClr val="0F1C50"/>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FD0A26DE-D87E-E9AA-5E1F-E31B780CF8A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8422" t="31433" r="8982" b="33003"/>
          <a:stretch/>
        </p:blipFill>
        <p:spPr>
          <a:xfrm>
            <a:off x="8878186" y="254374"/>
            <a:ext cx="3138284" cy="541633"/>
          </a:xfrm>
          <a:prstGeom prst="rect">
            <a:avLst/>
          </a:prstGeom>
        </p:spPr>
      </p:pic>
      <p:pic>
        <p:nvPicPr>
          <p:cNvPr id="6" name="Imagen 5" descr="Un grupo de personas posando para una foto&#10;&#10;Descripción generada automáticamente">
            <a:extLst>
              <a:ext uri="{FF2B5EF4-FFF2-40B4-BE49-F238E27FC236}">
                <a16:creationId xmlns:a16="http://schemas.microsoft.com/office/drawing/2014/main" id="{7AACF1C2-355B-3B52-5D62-8A3CC26BF37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4264" b="47249"/>
          <a:stretch/>
        </p:blipFill>
        <p:spPr>
          <a:xfrm>
            <a:off x="-10133" y="3721396"/>
            <a:ext cx="12218456" cy="3136604"/>
          </a:xfrm>
          <a:prstGeom prst="rect">
            <a:avLst/>
          </a:prstGeom>
        </p:spPr>
      </p:pic>
      <p:sp>
        <p:nvSpPr>
          <p:cNvPr id="7" name="Rectángulo 6">
            <a:extLst>
              <a:ext uri="{FF2B5EF4-FFF2-40B4-BE49-F238E27FC236}">
                <a16:creationId xmlns:a16="http://schemas.microsoft.com/office/drawing/2014/main" id="{602EDFCE-4A25-1FD5-D895-08676EC9AE41}"/>
              </a:ext>
            </a:extLst>
          </p:cNvPr>
          <p:cNvSpPr/>
          <p:nvPr/>
        </p:nvSpPr>
        <p:spPr>
          <a:xfrm>
            <a:off x="-1" y="3721396"/>
            <a:ext cx="12191999" cy="3136604"/>
          </a:xfrm>
          <a:prstGeom prst="rect">
            <a:avLst/>
          </a:prstGeom>
          <a:solidFill>
            <a:srgbClr val="0F1C5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Rectángulo 16">
            <a:extLst>
              <a:ext uri="{FF2B5EF4-FFF2-40B4-BE49-F238E27FC236}">
                <a16:creationId xmlns:a16="http://schemas.microsoft.com/office/drawing/2014/main" id="{60636143-C8AB-5370-161A-CAE3FE9B8BEC}"/>
              </a:ext>
            </a:extLst>
          </p:cNvPr>
          <p:cNvSpPr/>
          <p:nvPr/>
        </p:nvSpPr>
        <p:spPr>
          <a:xfrm>
            <a:off x="406901" y="1882391"/>
            <a:ext cx="3484615" cy="1821728"/>
          </a:xfrm>
          <a:prstGeom prst="rect">
            <a:avLst/>
          </a:prstGeom>
          <a:solidFill>
            <a:srgbClr val="FFFFFF">
              <a:alpha val="74902"/>
            </a:srgbClr>
          </a:solidFill>
          <a:effectLst>
            <a:outerShdw blurRad="63500" sx="102000" sy="102000" algn="ctr" rotWithShape="0">
              <a:prstClr val="black">
                <a:alpha val="40000"/>
              </a:prstClr>
            </a:outerShdw>
          </a:effectLst>
        </p:spPr>
        <p:txBody>
          <a:bodyPr wrap="square" lIns="0" tIns="0" rIns="0" bIns="0" rtlCol="0"/>
          <a:lstStyle/>
          <a:p>
            <a:pPr algn="ctr">
              <a:lnSpc>
                <a:spcPct val="200000"/>
              </a:lnSpc>
            </a:pPr>
            <a:endParaRPr lang="es-ES" b="1" dirty="0">
              <a:solidFill>
                <a:schemeClr val="bg1"/>
              </a:solidFill>
              <a:latin typeface="Roboto Black" panose="02000000000000000000" pitchFamily="2" charset="0"/>
              <a:ea typeface="Roboto Black" panose="02000000000000000000" pitchFamily="2" charset="0"/>
            </a:endParaRPr>
          </a:p>
        </p:txBody>
      </p:sp>
      <p:sp>
        <p:nvSpPr>
          <p:cNvPr id="9" name="CuadroTexto 8">
            <a:extLst>
              <a:ext uri="{FF2B5EF4-FFF2-40B4-BE49-F238E27FC236}">
                <a16:creationId xmlns:a16="http://schemas.microsoft.com/office/drawing/2014/main" id="{CFB50595-D400-F512-9586-4B07A49B04E0}"/>
              </a:ext>
            </a:extLst>
          </p:cNvPr>
          <p:cNvSpPr txBox="1"/>
          <p:nvPr/>
        </p:nvSpPr>
        <p:spPr>
          <a:xfrm>
            <a:off x="537723" y="1997477"/>
            <a:ext cx="3183341" cy="954107"/>
          </a:xfrm>
          <a:prstGeom prst="rect">
            <a:avLst/>
          </a:prstGeom>
          <a:noFill/>
        </p:spPr>
        <p:txBody>
          <a:bodyPr wrap="square" rtlCol="0">
            <a:spAutoFit/>
          </a:bodyPr>
          <a:lstStyle/>
          <a:p>
            <a:pPr algn="just"/>
            <a:r>
              <a:rPr lang="en-US" sz="1400" dirty="0">
                <a:solidFill>
                  <a:schemeClr val="tx1">
                    <a:lumMod val="75000"/>
                    <a:lumOff val="25000"/>
                  </a:schemeClr>
                </a:solidFill>
                <a:latin typeface="Roboto" panose="02000000000000000000" pitchFamily="2" charset="0"/>
                <a:ea typeface="Roboto" panose="02000000000000000000" pitchFamily="2" charset="0"/>
              </a:rPr>
              <a:t>Provides design, content, platform, methodology, support and monitoring throughout the journey, coaches, evaluators, juries, etc.</a:t>
            </a:r>
            <a:endParaRPr lang="es-ES" sz="1400" dirty="0">
              <a:solidFill>
                <a:schemeClr val="tx1">
                  <a:lumMod val="75000"/>
                  <a:lumOff val="25000"/>
                </a:schemeClr>
              </a:solidFill>
              <a:latin typeface="Roboto" panose="02000000000000000000" pitchFamily="2" charset="0"/>
              <a:ea typeface="Roboto" panose="02000000000000000000" pitchFamily="2" charset="0"/>
            </a:endParaRPr>
          </a:p>
        </p:txBody>
      </p:sp>
      <p:sp>
        <p:nvSpPr>
          <p:cNvPr id="18" name="CuadroTexto 17">
            <a:extLst>
              <a:ext uri="{FF2B5EF4-FFF2-40B4-BE49-F238E27FC236}">
                <a16:creationId xmlns:a16="http://schemas.microsoft.com/office/drawing/2014/main" id="{12F59177-13C2-DBCF-B7ED-1125BAEA838D}"/>
              </a:ext>
            </a:extLst>
          </p:cNvPr>
          <p:cNvSpPr txBox="1"/>
          <p:nvPr/>
        </p:nvSpPr>
        <p:spPr>
          <a:xfrm>
            <a:off x="561398" y="1170816"/>
            <a:ext cx="3188805" cy="338554"/>
          </a:xfrm>
          <a:prstGeom prst="rect">
            <a:avLst/>
          </a:prstGeom>
          <a:noFill/>
          <a:ln w="19050">
            <a:noFill/>
            <a:prstDash val="sysDash"/>
          </a:ln>
        </p:spPr>
        <p:txBody>
          <a:bodyPr wrap="square" rtlCol="0">
            <a:spAutoFit/>
          </a:bodyPr>
          <a:lstStyle/>
          <a:p>
            <a:pPr algn="ctr"/>
            <a:r>
              <a:rPr lang="es-ES" sz="1600" b="1" dirty="0">
                <a:solidFill>
                  <a:schemeClr val="bg1"/>
                </a:solidFill>
                <a:latin typeface="Roboto Black" panose="02000000000000000000" pitchFamily="2" charset="0"/>
                <a:ea typeface="Roboto Black" panose="02000000000000000000" pitchFamily="2" charset="0"/>
              </a:rPr>
              <a:t>NTT DATA FOUNDATION</a:t>
            </a:r>
          </a:p>
        </p:txBody>
      </p:sp>
      <p:sp>
        <p:nvSpPr>
          <p:cNvPr id="21" name="18 Rectángulo">
            <a:extLst>
              <a:ext uri="{FF2B5EF4-FFF2-40B4-BE49-F238E27FC236}">
                <a16:creationId xmlns:a16="http://schemas.microsoft.com/office/drawing/2014/main" id="{60D90871-F84E-0AB9-E9B2-2C873836E1DD}"/>
              </a:ext>
            </a:extLst>
          </p:cNvPr>
          <p:cNvSpPr/>
          <p:nvPr/>
        </p:nvSpPr>
        <p:spPr>
          <a:xfrm>
            <a:off x="8310225" y="1033464"/>
            <a:ext cx="3497801" cy="713183"/>
          </a:xfrm>
          <a:prstGeom prst="rect">
            <a:avLst/>
          </a:prstGeom>
          <a:solidFill>
            <a:srgbClr val="0F1C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ES" sz="1600" dirty="0">
              <a:latin typeface="Roboto Thin"/>
            </a:endParaRPr>
          </a:p>
        </p:txBody>
      </p:sp>
      <p:sp>
        <p:nvSpPr>
          <p:cNvPr id="22" name="CuadroTexto 21">
            <a:extLst>
              <a:ext uri="{FF2B5EF4-FFF2-40B4-BE49-F238E27FC236}">
                <a16:creationId xmlns:a16="http://schemas.microsoft.com/office/drawing/2014/main" id="{127E7DA7-9933-CE4B-E55A-B4C1B8813AF9}"/>
              </a:ext>
            </a:extLst>
          </p:cNvPr>
          <p:cNvSpPr txBox="1"/>
          <p:nvPr/>
        </p:nvSpPr>
        <p:spPr>
          <a:xfrm>
            <a:off x="8464722" y="1170816"/>
            <a:ext cx="3188805" cy="338554"/>
          </a:xfrm>
          <a:prstGeom prst="rect">
            <a:avLst/>
          </a:prstGeom>
          <a:noFill/>
          <a:ln w="19050">
            <a:noFill/>
            <a:prstDash val="sysDash"/>
          </a:ln>
        </p:spPr>
        <p:txBody>
          <a:bodyPr wrap="square" rtlCol="0">
            <a:spAutoFit/>
          </a:bodyPr>
          <a:lstStyle/>
          <a:p>
            <a:pPr algn="ctr"/>
            <a:r>
              <a:rPr lang="es-ES" sz="1600" b="1" dirty="0">
                <a:solidFill>
                  <a:schemeClr val="bg1"/>
                </a:solidFill>
                <a:latin typeface="Roboto Black" panose="02000000000000000000" pitchFamily="2" charset="0"/>
                <a:ea typeface="Roboto Black" panose="02000000000000000000" pitchFamily="2" charset="0"/>
              </a:rPr>
              <a:t>BENEFICIARIES</a:t>
            </a:r>
          </a:p>
        </p:txBody>
      </p:sp>
      <p:sp>
        <p:nvSpPr>
          <p:cNvPr id="23" name="18 Rectángulo">
            <a:extLst>
              <a:ext uri="{FF2B5EF4-FFF2-40B4-BE49-F238E27FC236}">
                <a16:creationId xmlns:a16="http://schemas.microsoft.com/office/drawing/2014/main" id="{908CCEB0-A53B-25FD-1984-78C042DC9FD7}"/>
              </a:ext>
            </a:extLst>
          </p:cNvPr>
          <p:cNvSpPr/>
          <p:nvPr/>
        </p:nvSpPr>
        <p:spPr>
          <a:xfrm>
            <a:off x="4350194" y="1037422"/>
            <a:ext cx="3497801" cy="713186"/>
          </a:xfrm>
          <a:prstGeom prst="rect">
            <a:avLst/>
          </a:prstGeom>
          <a:solidFill>
            <a:srgbClr val="0F1C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ES" sz="1600" dirty="0">
              <a:latin typeface="Roboto Thin"/>
            </a:endParaRPr>
          </a:p>
        </p:txBody>
      </p:sp>
      <p:sp>
        <p:nvSpPr>
          <p:cNvPr id="8" name="CuadroTexto 7">
            <a:extLst>
              <a:ext uri="{FF2B5EF4-FFF2-40B4-BE49-F238E27FC236}">
                <a16:creationId xmlns:a16="http://schemas.microsoft.com/office/drawing/2014/main" id="{B5636D1D-E6E1-9FD8-77CF-1F33C552C5E8}"/>
              </a:ext>
            </a:extLst>
          </p:cNvPr>
          <p:cNvSpPr txBox="1"/>
          <p:nvPr/>
        </p:nvSpPr>
        <p:spPr>
          <a:xfrm>
            <a:off x="4443174" y="1109150"/>
            <a:ext cx="3167167" cy="584775"/>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600" b="1" dirty="0">
                <a:solidFill>
                  <a:schemeClr val="bg1"/>
                </a:solidFill>
                <a:latin typeface="Roboto Black" panose="02000000000000000000" pitchFamily="2" charset="0"/>
                <a:ea typeface="Roboto Black" panose="02000000000000000000" pitchFamily="2" charset="0"/>
              </a:rPr>
              <a:t>EDUCATIONAL CENTERS AND/OR TRAINERS</a:t>
            </a:r>
            <a:endParaRPr lang="es-ES" sz="1600" b="1" dirty="0">
              <a:solidFill>
                <a:schemeClr val="bg1"/>
              </a:solidFill>
              <a:latin typeface="Roboto Black" panose="02000000000000000000" pitchFamily="2" charset="0"/>
              <a:ea typeface="Roboto Black" panose="02000000000000000000" pitchFamily="2" charset="0"/>
            </a:endParaRPr>
          </a:p>
        </p:txBody>
      </p:sp>
      <p:sp>
        <p:nvSpPr>
          <p:cNvPr id="24" name="Rectángulo 23">
            <a:extLst>
              <a:ext uri="{FF2B5EF4-FFF2-40B4-BE49-F238E27FC236}">
                <a16:creationId xmlns:a16="http://schemas.microsoft.com/office/drawing/2014/main" id="{896F5B76-EE20-53CB-6865-63F223A234CB}"/>
              </a:ext>
            </a:extLst>
          </p:cNvPr>
          <p:cNvSpPr/>
          <p:nvPr/>
        </p:nvSpPr>
        <p:spPr>
          <a:xfrm>
            <a:off x="4363380" y="1882391"/>
            <a:ext cx="3484615" cy="1821728"/>
          </a:xfrm>
          <a:prstGeom prst="rect">
            <a:avLst/>
          </a:prstGeom>
          <a:solidFill>
            <a:srgbClr val="FFFFFF">
              <a:alpha val="74902"/>
            </a:srgbClr>
          </a:solidFill>
          <a:effectLst>
            <a:outerShdw blurRad="63500" sx="102000" sy="102000" algn="ctr" rotWithShape="0">
              <a:prstClr val="black">
                <a:alpha val="40000"/>
              </a:prstClr>
            </a:outerShdw>
          </a:effectLst>
        </p:spPr>
        <p:txBody>
          <a:bodyPr wrap="square" lIns="0" tIns="0" rIns="0" bIns="0" rtlCol="0"/>
          <a:lstStyle/>
          <a:p>
            <a:pPr algn="ctr">
              <a:lnSpc>
                <a:spcPct val="200000"/>
              </a:lnSpc>
            </a:pPr>
            <a:endParaRPr lang="es-ES" b="1" dirty="0">
              <a:solidFill>
                <a:schemeClr val="bg1"/>
              </a:solidFill>
              <a:latin typeface="Roboto Black" panose="02000000000000000000" pitchFamily="2" charset="0"/>
              <a:ea typeface="Roboto Black" panose="02000000000000000000" pitchFamily="2" charset="0"/>
            </a:endParaRPr>
          </a:p>
        </p:txBody>
      </p:sp>
      <p:sp>
        <p:nvSpPr>
          <p:cNvPr id="25" name="Rectángulo 24">
            <a:extLst>
              <a:ext uri="{FF2B5EF4-FFF2-40B4-BE49-F238E27FC236}">
                <a16:creationId xmlns:a16="http://schemas.microsoft.com/office/drawing/2014/main" id="{27E784CE-5AE5-21C8-0501-19E6F208243B}"/>
              </a:ext>
            </a:extLst>
          </p:cNvPr>
          <p:cNvSpPr/>
          <p:nvPr/>
        </p:nvSpPr>
        <p:spPr>
          <a:xfrm>
            <a:off x="8348573" y="1882388"/>
            <a:ext cx="3484615" cy="1821728"/>
          </a:xfrm>
          <a:prstGeom prst="rect">
            <a:avLst/>
          </a:prstGeom>
          <a:solidFill>
            <a:srgbClr val="FFFFFF">
              <a:alpha val="74902"/>
            </a:srgbClr>
          </a:solidFill>
          <a:effectLst>
            <a:outerShdw blurRad="63500" sx="102000" sy="102000" algn="ctr" rotWithShape="0">
              <a:prstClr val="black">
                <a:alpha val="40000"/>
              </a:prstClr>
            </a:outerShdw>
          </a:effectLst>
        </p:spPr>
        <p:txBody>
          <a:bodyPr wrap="square" lIns="0" tIns="0" rIns="0" bIns="0" rtlCol="0"/>
          <a:lstStyle/>
          <a:p>
            <a:pPr algn="ctr">
              <a:lnSpc>
                <a:spcPct val="200000"/>
              </a:lnSpc>
            </a:pPr>
            <a:endParaRPr lang="es-ES" b="1" dirty="0">
              <a:solidFill>
                <a:schemeClr val="bg1"/>
              </a:solidFill>
              <a:latin typeface="Roboto Black" panose="02000000000000000000" pitchFamily="2" charset="0"/>
              <a:ea typeface="Roboto Black" panose="02000000000000000000" pitchFamily="2" charset="0"/>
            </a:endParaRPr>
          </a:p>
        </p:txBody>
      </p:sp>
      <p:sp>
        <p:nvSpPr>
          <p:cNvPr id="10" name="CuadroTexto 9">
            <a:extLst>
              <a:ext uri="{FF2B5EF4-FFF2-40B4-BE49-F238E27FC236}">
                <a16:creationId xmlns:a16="http://schemas.microsoft.com/office/drawing/2014/main" id="{3BDC104F-F0CC-7651-3B88-368BD01B2C8F}"/>
              </a:ext>
            </a:extLst>
          </p:cNvPr>
          <p:cNvSpPr txBox="1"/>
          <p:nvPr/>
        </p:nvSpPr>
        <p:spPr>
          <a:xfrm>
            <a:off x="4443174" y="2005501"/>
            <a:ext cx="3236409" cy="1169551"/>
          </a:xfrm>
          <a:prstGeom prst="rect">
            <a:avLst/>
          </a:prstGeom>
          <a:noFill/>
        </p:spPr>
        <p:txBody>
          <a:bodyPr wrap="square" rtlCol="0">
            <a:spAutoFit/>
          </a:bodyPr>
          <a:lstStyle/>
          <a:p>
            <a:pPr algn="just"/>
            <a:r>
              <a:rPr lang="en-US" sz="1400" dirty="0">
                <a:solidFill>
                  <a:schemeClr val="tx1">
                    <a:lumMod val="75000"/>
                    <a:lumOff val="25000"/>
                  </a:schemeClr>
                </a:solidFill>
                <a:latin typeface="Roboto" panose="02000000000000000000" pitchFamily="2" charset="0"/>
                <a:ea typeface="Roboto" panose="02000000000000000000" pitchFamily="2" charset="0"/>
              </a:rPr>
              <a:t>They can incorporate technology </a:t>
            </a:r>
            <a:r>
              <a:rPr lang="en-US" sz="1400" dirty="0" err="1">
                <a:solidFill>
                  <a:schemeClr val="tx1">
                    <a:lumMod val="75000"/>
                    <a:lumOff val="25000"/>
                  </a:schemeClr>
                </a:solidFill>
                <a:latin typeface="Roboto" panose="02000000000000000000" pitchFamily="2" charset="0"/>
                <a:ea typeface="Roboto" panose="02000000000000000000" pitchFamily="2" charset="0"/>
              </a:rPr>
              <a:t>olympics</a:t>
            </a:r>
            <a:r>
              <a:rPr lang="en-US" sz="1400" dirty="0">
                <a:solidFill>
                  <a:schemeClr val="tx1">
                    <a:lumMod val="75000"/>
                    <a:lumOff val="25000"/>
                  </a:schemeClr>
                </a:solidFill>
                <a:latin typeface="Roboto" panose="02000000000000000000" pitchFamily="2" charset="0"/>
                <a:ea typeface="Roboto" panose="02000000000000000000" pitchFamily="2" charset="0"/>
              </a:rPr>
              <a:t> into some of the classes and/or encourage and stimulate student participation in an </a:t>
            </a:r>
            <a:r>
              <a:rPr lang="en-US" sz="1400">
                <a:solidFill>
                  <a:schemeClr val="tx1">
                    <a:lumMod val="75000"/>
                    <a:lumOff val="25000"/>
                  </a:schemeClr>
                </a:solidFill>
                <a:latin typeface="Roboto" panose="02000000000000000000" pitchFamily="2" charset="0"/>
                <a:ea typeface="Roboto" panose="02000000000000000000" pitchFamily="2" charset="0"/>
              </a:rPr>
              <a:t>extracurricular way.</a:t>
            </a:r>
            <a:endParaRPr lang="es-ES" sz="1400" dirty="0">
              <a:solidFill>
                <a:schemeClr val="tx1">
                  <a:lumMod val="75000"/>
                  <a:lumOff val="25000"/>
                </a:schemeClr>
              </a:solidFill>
              <a:latin typeface="Roboto" panose="02000000000000000000" pitchFamily="2" charset="0"/>
              <a:ea typeface="Roboto" panose="02000000000000000000" pitchFamily="2" charset="0"/>
            </a:endParaRPr>
          </a:p>
        </p:txBody>
      </p:sp>
      <p:sp>
        <p:nvSpPr>
          <p:cNvPr id="11" name="CuadroTexto 10">
            <a:extLst>
              <a:ext uri="{FF2B5EF4-FFF2-40B4-BE49-F238E27FC236}">
                <a16:creationId xmlns:a16="http://schemas.microsoft.com/office/drawing/2014/main" id="{40938B0A-5B96-5471-4C00-410752A5FB6F}"/>
              </a:ext>
            </a:extLst>
          </p:cNvPr>
          <p:cNvSpPr txBox="1"/>
          <p:nvPr/>
        </p:nvSpPr>
        <p:spPr>
          <a:xfrm>
            <a:off x="8348574" y="1952988"/>
            <a:ext cx="3436526" cy="1508105"/>
          </a:xfrm>
          <a:prstGeom prst="rect">
            <a:avLst/>
          </a:prstGeom>
          <a:noFill/>
        </p:spPr>
        <p:txBody>
          <a:bodyPr wrap="square" rtlCol="0">
            <a:spAutoFit/>
          </a:bodyPr>
          <a:lstStyle/>
          <a:p>
            <a:pPr algn="just"/>
            <a:r>
              <a:rPr lang="en-US" sz="1400" dirty="0">
                <a:solidFill>
                  <a:schemeClr val="tx1">
                    <a:lumMod val="75000"/>
                    <a:lumOff val="25000"/>
                  </a:schemeClr>
                </a:solidFill>
                <a:latin typeface="Roboto" panose="02000000000000000000" pitchFamily="2" charset="0"/>
                <a:ea typeface="Roboto" panose="02000000000000000000" pitchFamily="2" charset="0"/>
              </a:rPr>
              <a:t>Children and adolescents (recommended ages between 7 and 16 years).</a:t>
            </a:r>
          </a:p>
          <a:p>
            <a:pPr algn="just"/>
            <a:endParaRPr lang="en-US" sz="800" dirty="0">
              <a:solidFill>
                <a:schemeClr val="tx1">
                  <a:lumMod val="75000"/>
                  <a:lumOff val="25000"/>
                </a:schemeClr>
              </a:solidFill>
              <a:latin typeface="Roboto" panose="02000000000000000000" pitchFamily="2" charset="0"/>
              <a:ea typeface="Roboto" panose="02000000000000000000" pitchFamily="2" charset="0"/>
            </a:endParaRPr>
          </a:p>
          <a:p>
            <a:pPr algn="just"/>
            <a:r>
              <a:rPr lang="en-US" sz="1400" dirty="0">
                <a:solidFill>
                  <a:schemeClr val="tx1">
                    <a:lumMod val="75000"/>
                    <a:lumOff val="25000"/>
                  </a:schemeClr>
                </a:solidFill>
                <a:latin typeface="Roboto" panose="02000000000000000000" pitchFamily="2" charset="0"/>
                <a:ea typeface="Roboto" panose="02000000000000000000" pitchFamily="2" charset="0"/>
              </a:rPr>
              <a:t>They can participate:</a:t>
            </a:r>
          </a:p>
          <a:p>
            <a:pPr marL="285750" indent="-285750" algn="just">
              <a:buFont typeface="Arial" panose="020B0604020202020204" pitchFamily="34" charset="0"/>
              <a:buChar char="•"/>
            </a:pPr>
            <a:r>
              <a:rPr lang="en-US" sz="1400" dirty="0">
                <a:solidFill>
                  <a:schemeClr val="tx1">
                    <a:lumMod val="75000"/>
                    <a:lumOff val="25000"/>
                  </a:schemeClr>
                </a:solidFill>
                <a:latin typeface="Roboto" panose="02000000000000000000" pitchFamily="2" charset="0"/>
                <a:ea typeface="Roboto" panose="02000000000000000000" pitchFamily="2" charset="0"/>
              </a:rPr>
              <a:t>With support from the educational center.</a:t>
            </a:r>
          </a:p>
          <a:p>
            <a:pPr marL="285750" indent="-285750" algn="just">
              <a:buFont typeface="Arial" panose="020B0604020202020204" pitchFamily="34" charset="0"/>
              <a:buChar char="•"/>
            </a:pPr>
            <a:r>
              <a:rPr lang="en-US" sz="1400" dirty="0">
                <a:solidFill>
                  <a:schemeClr val="tx1">
                    <a:lumMod val="75000"/>
                    <a:lumOff val="25000"/>
                  </a:schemeClr>
                </a:solidFill>
                <a:latin typeface="Roboto" panose="02000000000000000000" pitchFamily="2" charset="0"/>
                <a:ea typeface="Roboto" panose="02000000000000000000" pitchFamily="2" charset="0"/>
              </a:rPr>
              <a:t>In an independent way.</a:t>
            </a:r>
          </a:p>
        </p:txBody>
      </p:sp>
      <p:sp>
        <p:nvSpPr>
          <p:cNvPr id="5" name="Rectángulo 4">
            <a:extLst>
              <a:ext uri="{FF2B5EF4-FFF2-40B4-BE49-F238E27FC236}">
                <a16:creationId xmlns:a16="http://schemas.microsoft.com/office/drawing/2014/main" id="{0D0DD43C-9AE3-9538-E435-33E51B43AEC9}"/>
              </a:ext>
            </a:extLst>
          </p:cNvPr>
          <p:cNvSpPr/>
          <p:nvPr/>
        </p:nvSpPr>
        <p:spPr>
          <a:xfrm>
            <a:off x="2413735" y="4473019"/>
            <a:ext cx="7215091" cy="2068001"/>
          </a:xfrm>
          <a:prstGeom prst="rect">
            <a:avLst/>
          </a:prstGeom>
          <a:solidFill>
            <a:srgbClr val="EBA900"/>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530" tIns="49530" rIns="49530" bIns="49530" numCol="1" spcCol="1270" anchor="ctr" anchorCtr="0">
            <a:noAutofit/>
          </a:bodyPr>
          <a:lstStyle/>
          <a:p>
            <a:pPr algn="just"/>
            <a:endParaRPr lang="es-ES" sz="1400" kern="0" dirty="0">
              <a:solidFill>
                <a:schemeClr val="bg1"/>
              </a:solidFill>
              <a:latin typeface="Roboto" panose="02000000000000000000" pitchFamily="2" charset="0"/>
              <a:ea typeface="Roboto" panose="02000000000000000000" pitchFamily="2" charset="0"/>
              <a:cs typeface="Arial" panose="020B0604020202020204" pitchFamily="34" charset="0"/>
            </a:endParaRPr>
          </a:p>
        </p:txBody>
      </p:sp>
      <p:sp>
        <p:nvSpPr>
          <p:cNvPr id="15" name="CuadroTexto 14">
            <a:extLst>
              <a:ext uri="{FF2B5EF4-FFF2-40B4-BE49-F238E27FC236}">
                <a16:creationId xmlns:a16="http://schemas.microsoft.com/office/drawing/2014/main" id="{94DF95BE-3DC9-0A28-742B-22649D44031B}"/>
              </a:ext>
            </a:extLst>
          </p:cNvPr>
          <p:cNvSpPr txBox="1"/>
          <p:nvPr/>
        </p:nvSpPr>
        <p:spPr>
          <a:xfrm>
            <a:off x="2708897" y="4614789"/>
            <a:ext cx="6466907" cy="615553"/>
          </a:xfrm>
          <a:prstGeom prst="rect">
            <a:avLst/>
          </a:prstGeom>
          <a:noFill/>
        </p:spPr>
        <p:txBody>
          <a:bodyPr wrap="square">
            <a:spAutoFit/>
          </a:bodyPr>
          <a:lstStyle/>
          <a:p>
            <a:pPr algn="ctr"/>
            <a:r>
              <a:rPr lang="en-US" altLang="es-ES" sz="2000" b="1" kern="0" dirty="0">
                <a:solidFill>
                  <a:schemeClr val="bg1"/>
                </a:solidFill>
                <a:latin typeface="Roboto" panose="02000000000000000000" pitchFamily="2" charset="0"/>
                <a:ea typeface="Roboto" panose="02000000000000000000" pitchFamily="2" charset="0"/>
                <a:cs typeface="Arial" panose="020B0604020202020204" pitchFamily="34" charset="0"/>
              </a:rPr>
              <a:t>Teachers, you are the real influencers</a:t>
            </a:r>
          </a:p>
          <a:p>
            <a:pPr algn="ctr"/>
            <a:r>
              <a:rPr lang="en-US" altLang="es-ES" sz="1400" b="1" kern="0" dirty="0">
                <a:solidFill>
                  <a:schemeClr val="bg1"/>
                </a:solidFill>
                <a:latin typeface="Roboto" panose="02000000000000000000" pitchFamily="2" charset="0"/>
                <a:ea typeface="Roboto" panose="02000000000000000000" pitchFamily="2" charset="0"/>
                <a:cs typeface="Arial" panose="020B0604020202020204" pitchFamily="34" charset="0"/>
              </a:rPr>
              <a:t>Your drive will be decisive for their future</a:t>
            </a:r>
            <a:endParaRPr lang="es-ES" altLang="es-ES" sz="1400" b="1" kern="0" dirty="0">
              <a:solidFill>
                <a:schemeClr val="bg1"/>
              </a:solidFill>
              <a:latin typeface="Roboto" panose="02000000000000000000" pitchFamily="2" charset="0"/>
              <a:ea typeface="Roboto" panose="02000000000000000000" pitchFamily="2" charset="0"/>
              <a:cs typeface="Arial" panose="020B0604020202020204" pitchFamily="34" charset="0"/>
            </a:endParaRPr>
          </a:p>
        </p:txBody>
      </p:sp>
      <p:sp>
        <p:nvSpPr>
          <p:cNvPr id="19" name="CuadroTexto 18">
            <a:extLst>
              <a:ext uri="{FF2B5EF4-FFF2-40B4-BE49-F238E27FC236}">
                <a16:creationId xmlns:a16="http://schemas.microsoft.com/office/drawing/2014/main" id="{AB1ADB01-EF9A-D055-CF10-BFB356C61634}"/>
              </a:ext>
            </a:extLst>
          </p:cNvPr>
          <p:cNvSpPr txBox="1"/>
          <p:nvPr/>
        </p:nvSpPr>
        <p:spPr>
          <a:xfrm>
            <a:off x="1785327" y="5405924"/>
            <a:ext cx="8370315" cy="830997"/>
          </a:xfrm>
          <a:prstGeom prst="rect">
            <a:avLst/>
          </a:prstGeom>
          <a:solidFill>
            <a:schemeClr val="bg1"/>
          </a:solidFill>
        </p:spPr>
        <p:txBody>
          <a:bodyPr wrap="square">
            <a:spAutoFit/>
          </a:bodyPr>
          <a:lstStyle/>
          <a:p>
            <a:pPr algn="ctr"/>
            <a:r>
              <a:rPr lang="en-US" sz="2000" b="1" kern="0" dirty="0">
                <a:solidFill>
                  <a:schemeClr val="bg1"/>
                </a:solidFill>
                <a:highlight>
                  <a:srgbClr val="6785C1"/>
                </a:highlight>
                <a:latin typeface="Roboto" panose="02000000000000000000" pitchFamily="2" charset="0"/>
                <a:ea typeface="Roboto" panose="02000000000000000000" pitchFamily="2" charset="0"/>
                <a:cs typeface="Arial" panose="020B0604020202020204" pitchFamily="34" charset="0"/>
              </a:rPr>
              <a:t>To participate with your students in the Olympics</a:t>
            </a:r>
          </a:p>
          <a:p>
            <a:pPr algn="ctr"/>
            <a:r>
              <a:rPr lang="es-ES" sz="2800" b="1" u="sng" kern="0" dirty="0">
                <a:latin typeface="Roboto" panose="02000000000000000000" pitchFamily="2" charset="0"/>
                <a:ea typeface="Roboto" panose="02000000000000000000" pitchFamily="2" charset="0"/>
                <a:cs typeface="Arial" panose="020B0604020202020204" pitchFamily="34" charset="0"/>
                <a:hlinkClick r:id="rId4"/>
              </a:rPr>
              <a:t>Click</a:t>
            </a:r>
            <a:r>
              <a:rPr lang="es-ES" sz="2800" b="1" u="sng" kern="0" dirty="0">
                <a:latin typeface="Roboto" panose="02000000000000000000" pitchFamily="2" charset="0"/>
                <a:ea typeface="Roboto" panose="02000000000000000000" pitchFamily="2" charset="0"/>
                <a:cs typeface="Arial" panose="020B0604020202020204" pitchFamily="34" charset="0"/>
              </a:rPr>
              <a:t> </a:t>
            </a:r>
            <a:r>
              <a:rPr lang="es-ES" sz="2800" b="1" u="sng" kern="0" dirty="0" err="1">
                <a:latin typeface="Roboto" panose="02000000000000000000" pitchFamily="2" charset="0"/>
                <a:ea typeface="Roboto" panose="02000000000000000000" pitchFamily="2" charset="0"/>
                <a:cs typeface="Arial" panose="020B0604020202020204" pitchFamily="34" charset="0"/>
              </a:rPr>
              <a:t>here</a:t>
            </a:r>
            <a:endParaRPr lang="es-ES" sz="2800" b="1" kern="0" dirty="0">
              <a:latin typeface="Roboto" panose="02000000000000000000" pitchFamily="2" charset="0"/>
              <a:ea typeface="Roboto" panose="02000000000000000000" pitchFamily="2" charset="0"/>
              <a:cs typeface="Arial" panose="020B0604020202020204" pitchFamily="34" charset="0"/>
            </a:endParaRPr>
          </a:p>
        </p:txBody>
      </p:sp>
      <p:sp>
        <p:nvSpPr>
          <p:cNvPr id="13" name="Elipse 12">
            <a:extLst>
              <a:ext uri="{FF2B5EF4-FFF2-40B4-BE49-F238E27FC236}">
                <a16:creationId xmlns:a16="http://schemas.microsoft.com/office/drawing/2014/main" id="{9AF15A82-A790-A915-3EE3-597DA3A3D198}"/>
              </a:ext>
            </a:extLst>
          </p:cNvPr>
          <p:cNvSpPr/>
          <p:nvPr/>
        </p:nvSpPr>
        <p:spPr>
          <a:xfrm>
            <a:off x="9389613" y="5461614"/>
            <a:ext cx="2835495" cy="119395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Roboto" panose="02000000000000000000" pitchFamily="2" charset="0"/>
                <a:ea typeface="Roboto" panose="02000000000000000000" pitchFamily="2" charset="0"/>
                <a:cs typeface="Roboto" panose="02000000000000000000" pitchFamily="2" charset="0"/>
              </a:rPr>
              <a:t>This registration link will be operational EXCLUSIVELY between February 9 and April 2, 2024</a:t>
            </a:r>
            <a:endParaRPr lang="es-ES" sz="1200" b="1" dirty="0">
              <a:latin typeface="Roboto" panose="02000000000000000000" pitchFamily="2" charset="0"/>
              <a:ea typeface="Roboto" panose="02000000000000000000" pitchFamily="2" charset="0"/>
              <a:cs typeface="Roboto" panose="02000000000000000000" pitchFamily="2" charset="0"/>
            </a:endParaRPr>
          </a:p>
        </p:txBody>
      </p:sp>
      <p:cxnSp>
        <p:nvCxnSpPr>
          <p:cNvPr id="14" name="Conector recto de flecha 13">
            <a:extLst>
              <a:ext uri="{FF2B5EF4-FFF2-40B4-BE49-F238E27FC236}">
                <a16:creationId xmlns:a16="http://schemas.microsoft.com/office/drawing/2014/main" id="{521B00C6-5220-AE97-0EF9-0B479F200F72}"/>
              </a:ext>
            </a:extLst>
          </p:cNvPr>
          <p:cNvCxnSpPr>
            <a:cxnSpLocks/>
          </p:cNvCxnSpPr>
          <p:nvPr/>
        </p:nvCxnSpPr>
        <p:spPr>
          <a:xfrm>
            <a:off x="7196652" y="5995537"/>
            <a:ext cx="212381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2817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Imagen que contiene persona, hombre, mujer, parado&#10;&#10;Descripción generada automáticamente">
            <a:extLst>
              <a:ext uri="{FF2B5EF4-FFF2-40B4-BE49-F238E27FC236}">
                <a16:creationId xmlns:a16="http://schemas.microsoft.com/office/drawing/2014/main" id="{F281180E-064A-5230-5515-986EC8F9D39A}"/>
              </a:ext>
            </a:extLst>
          </p:cNvPr>
          <p:cNvPicPr>
            <a:picLocks noChangeAspect="1"/>
          </p:cNvPicPr>
          <p:nvPr/>
        </p:nvPicPr>
        <p:blipFill rotWithShape="1">
          <a:blip r:embed="rId2" cstate="print">
            <a:alphaModFix amt="70000"/>
            <a:extLst>
              <a:ext uri="{28A0092B-C50C-407E-A947-70E740481C1C}">
                <a14:useLocalDpi xmlns:a14="http://schemas.microsoft.com/office/drawing/2010/main" val="0"/>
              </a:ext>
            </a:extLst>
          </a:blip>
          <a:srcRect t="5886" b="9739"/>
          <a:stretch/>
        </p:blipFill>
        <p:spPr>
          <a:xfrm>
            <a:off x="0" y="-1"/>
            <a:ext cx="12192000" cy="6858001"/>
          </a:xfrm>
          <a:prstGeom prst="rect">
            <a:avLst/>
          </a:prstGeom>
        </p:spPr>
      </p:pic>
      <p:sp>
        <p:nvSpPr>
          <p:cNvPr id="6" name="Rectángulo 5">
            <a:extLst>
              <a:ext uri="{FF2B5EF4-FFF2-40B4-BE49-F238E27FC236}">
                <a16:creationId xmlns:a16="http://schemas.microsoft.com/office/drawing/2014/main" id="{F49B74B9-FD0B-2B53-8037-967A0A7CD91D}"/>
              </a:ext>
            </a:extLst>
          </p:cNvPr>
          <p:cNvSpPr/>
          <p:nvPr/>
        </p:nvSpPr>
        <p:spPr>
          <a:xfrm>
            <a:off x="-1" y="-14674"/>
            <a:ext cx="12191999" cy="6872674"/>
          </a:xfrm>
          <a:prstGeom prst="rect">
            <a:avLst/>
          </a:prstGeom>
          <a:solidFill>
            <a:srgbClr val="FFFFFF">
              <a:alpha val="7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CuadroTexto 6">
            <a:extLst>
              <a:ext uri="{FF2B5EF4-FFF2-40B4-BE49-F238E27FC236}">
                <a16:creationId xmlns:a16="http://schemas.microsoft.com/office/drawing/2014/main" id="{DAF1C5B3-8E01-0BA4-D4C6-CB7D88D10B1F}"/>
              </a:ext>
            </a:extLst>
          </p:cNvPr>
          <p:cNvSpPr txBox="1"/>
          <p:nvPr/>
        </p:nvSpPr>
        <p:spPr>
          <a:xfrm>
            <a:off x="175530" y="254374"/>
            <a:ext cx="293381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2400" b="1" spc="-15" dirty="0">
                <a:solidFill>
                  <a:srgbClr val="0F1C50"/>
                </a:solidFill>
                <a:latin typeface="Roboto Black"/>
                <a:ea typeface="+mj-ea"/>
              </a:rPr>
              <a:t>ONE MORE THING…</a:t>
            </a:r>
          </a:p>
        </p:txBody>
      </p:sp>
      <p:cxnSp>
        <p:nvCxnSpPr>
          <p:cNvPr id="8" name="Conector recto 7">
            <a:extLst>
              <a:ext uri="{FF2B5EF4-FFF2-40B4-BE49-F238E27FC236}">
                <a16:creationId xmlns:a16="http://schemas.microsoft.com/office/drawing/2014/main" id="{A092E69E-FA72-A77E-2406-E7B167A6BA45}"/>
              </a:ext>
            </a:extLst>
          </p:cNvPr>
          <p:cNvCxnSpPr>
            <a:cxnSpLocks/>
          </p:cNvCxnSpPr>
          <p:nvPr/>
        </p:nvCxnSpPr>
        <p:spPr>
          <a:xfrm>
            <a:off x="-10133" y="910590"/>
            <a:ext cx="12202133" cy="0"/>
          </a:xfrm>
          <a:prstGeom prst="line">
            <a:avLst/>
          </a:prstGeom>
          <a:ln>
            <a:solidFill>
              <a:srgbClr val="0F1C50"/>
            </a:solidFill>
          </a:ln>
        </p:spPr>
        <p:style>
          <a:lnRef idx="1">
            <a:schemeClr val="accent1"/>
          </a:lnRef>
          <a:fillRef idx="0">
            <a:schemeClr val="accent1"/>
          </a:fillRef>
          <a:effectRef idx="0">
            <a:schemeClr val="accent1"/>
          </a:effectRef>
          <a:fontRef idx="minor">
            <a:schemeClr val="tx1"/>
          </a:fontRef>
        </p:style>
      </p:cxnSp>
      <p:pic>
        <p:nvPicPr>
          <p:cNvPr id="9" name="Imagen 8">
            <a:extLst>
              <a:ext uri="{FF2B5EF4-FFF2-40B4-BE49-F238E27FC236}">
                <a16:creationId xmlns:a16="http://schemas.microsoft.com/office/drawing/2014/main" id="{153160BE-4D4E-D366-64E1-A63E1CC83F2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422" t="31433" r="8982" b="33003"/>
          <a:stretch/>
        </p:blipFill>
        <p:spPr>
          <a:xfrm>
            <a:off x="8878186" y="254374"/>
            <a:ext cx="3138284" cy="541633"/>
          </a:xfrm>
          <a:prstGeom prst="rect">
            <a:avLst/>
          </a:prstGeom>
        </p:spPr>
      </p:pic>
      <p:sp>
        <p:nvSpPr>
          <p:cNvPr id="10" name="18 Rectángulo">
            <a:extLst>
              <a:ext uri="{FF2B5EF4-FFF2-40B4-BE49-F238E27FC236}">
                <a16:creationId xmlns:a16="http://schemas.microsoft.com/office/drawing/2014/main" id="{590A46E6-5B6D-8C9E-1AA1-5C8E82E85DCF}"/>
              </a:ext>
            </a:extLst>
          </p:cNvPr>
          <p:cNvSpPr/>
          <p:nvPr/>
        </p:nvSpPr>
        <p:spPr>
          <a:xfrm>
            <a:off x="-3" y="1512838"/>
            <a:ext cx="12191999" cy="1332485"/>
          </a:xfrm>
          <a:prstGeom prst="rect">
            <a:avLst/>
          </a:prstGeom>
          <a:solidFill>
            <a:srgbClr val="0F1C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ES" sz="1600" dirty="0">
              <a:latin typeface="Roboto Thin"/>
            </a:endParaRPr>
          </a:p>
        </p:txBody>
      </p:sp>
      <p:sp>
        <p:nvSpPr>
          <p:cNvPr id="12" name="18 Rectángulo">
            <a:extLst>
              <a:ext uri="{FF2B5EF4-FFF2-40B4-BE49-F238E27FC236}">
                <a16:creationId xmlns:a16="http://schemas.microsoft.com/office/drawing/2014/main" id="{0DF7AB53-30F0-9AC9-1970-3A7C624C56CF}"/>
              </a:ext>
            </a:extLst>
          </p:cNvPr>
          <p:cNvSpPr/>
          <p:nvPr/>
        </p:nvSpPr>
        <p:spPr>
          <a:xfrm>
            <a:off x="-10134" y="3977681"/>
            <a:ext cx="12202133" cy="2675263"/>
          </a:xfrm>
          <a:prstGeom prst="rect">
            <a:avLst/>
          </a:prstGeom>
          <a:solidFill>
            <a:srgbClr val="0F1C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ES" sz="1600" dirty="0">
              <a:latin typeface="Roboto Thin"/>
            </a:endParaRPr>
          </a:p>
        </p:txBody>
      </p:sp>
      <p:sp>
        <p:nvSpPr>
          <p:cNvPr id="16" name="CuadroTexto 15">
            <a:extLst>
              <a:ext uri="{FF2B5EF4-FFF2-40B4-BE49-F238E27FC236}">
                <a16:creationId xmlns:a16="http://schemas.microsoft.com/office/drawing/2014/main" id="{0FE91C03-E064-C039-A080-F97DB2F58207}"/>
              </a:ext>
            </a:extLst>
          </p:cNvPr>
          <p:cNvSpPr txBox="1"/>
          <p:nvPr/>
        </p:nvSpPr>
        <p:spPr>
          <a:xfrm>
            <a:off x="175529" y="1556334"/>
            <a:ext cx="11649536" cy="523220"/>
          </a:xfrm>
          <a:prstGeom prst="rect">
            <a:avLst/>
          </a:prstGeom>
          <a:noFill/>
        </p:spPr>
        <p:txBody>
          <a:bodyPr wrap="square" rtlCol="0">
            <a:spAutoFit/>
          </a:bodyPr>
          <a:lstStyle/>
          <a:p>
            <a:r>
              <a:rPr lang="en-US" sz="1400" dirty="0">
                <a:solidFill>
                  <a:schemeClr val="bg1"/>
                </a:solidFill>
                <a:latin typeface="Roboto" panose="02000000000000000000" pitchFamily="2" charset="0"/>
                <a:ea typeface="Roboto" panose="02000000000000000000" pitchFamily="2" charset="0"/>
              </a:rPr>
              <a:t>Teachers interested in having their students participate in the Olympics and also want to train in the subject may participate in the </a:t>
            </a:r>
            <a:r>
              <a:rPr lang="en-US" sz="1400" dirty="0">
                <a:solidFill>
                  <a:schemeClr val="bg1"/>
                </a:solidFill>
                <a:highlight>
                  <a:srgbClr val="6785C1"/>
                </a:highlight>
                <a:latin typeface="Roboto" panose="02000000000000000000" pitchFamily="2" charset="0"/>
                <a:ea typeface="Roboto" panose="02000000000000000000" pitchFamily="2" charset="0"/>
              </a:rPr>
              <a:t>sessions that we will teach previously</a:t>
            </a:r>
            <a:r>
              <a:rPr lang="en-US" sz="1400" dirty="0">
                <a:solidFill>
                  <a:schemeClr val="bg1"/>
                </a:solidFill>
                <a:latin typeface="Roboto" panose="02000000000000000000" pitchFamily="2" charset="0"/>
                <a:ea typeface="Roboto" panose="02000000000000000000" pitchFamily="2" charset="0"/>
              </a:rPr>
              <a:t>.</a:t>
            </a:r>
            <a:endParaRPr lang="es-ES" sz="1400" b="1" dirty="0">
              <a:solidFill>
                <a:schemeClr val="bg1"/>
              </a:solidFill>
              <a:highlight>
                <a:srgbClr val="EBA900"/>
              </a:highlight>
              <a:latin typeface="Roboto" panose="02000000000000000000" pitchFamily="2" charset="0"/>
              <a:ea typeface="Roboto" panose="02000000000000000000" pitchFamily="2" charset="0"/>
            </a:endParaRPr>
          </a:p>
        </p:txBody>
      </p:sp>
      <p:sp>
        <p:nvSpPr>
          <p:cNvPr id="2" name="CuadroTexto 1"/>
          <p:cNvSpPr txBox="1"/>
          <p:nvPr/>
        </p:nvSpPr>
        <p:spPr>
          <a:xfrm>
            <a:off x="444080" y="2136614"/>
            <a:ext cx="11293706" cy="523220"/>
          </a:xfrm>
          <a:prstGeom prst="rect">
            <a:avLst/>
          </a:prstGeom>
          <a:noFill/>
        </p:spPr>
        <p:txBody>
          <a:bodyPr wrap="square" rtlCol="0">
            <a:spAutoFit/>
          </a:bodyPr>
          <a:lstStyle/>
          <a:p>
            <a:r>
              <a:rPr lang="es-ES" sz="1400" i="1" dirty="0">
                <a:solidFill>
                  <a:schemeClr val="bg1"/>
                </a:solidFill>
              </a:rPr>
              <a:t>*</a:t>
            </a:r>
            <a:r>
              <a:rPr lang="en-US" sz="1400" i="1" dirty="0">
                <a:solidFill>
                  <a:schemeClr val="bg1"/>
                </a:solidFill>
              </a:rPr>
              <a:t>It is not essential that the teacher, school or institution participate in this training. It is presented as “extra”. Classes and monitoring are carried out by Foundation volunteers.</a:t>
            </a:r>
            <a:endParaRPr lang="es-ES" sz="1400" i="1" dirty="0">
              <a:solidFill>
                <a:schemeClr val="bg1"/>
              </a:solidFill>
            </a:endParaRPr>
          </a:p>
        </p:txBody>
      </p:sp>
      <p:grpSp>
        <p:nvGrpSpPr>
          <p:cNvPr id="3" name="Grupo 2">
            <a:extLst>
              <a:ext uri="{FF2B5EF4-FFF2-40B4-BE49-F238E27FC236}">
                <a16:creationId xmlns:a16="http://schemas.microsoft.com/office/drawing/2014/main" id="{3771FED8-5103-0F8D-818F-966D3EE0121A}"/>
              </a:ext>
            </a:extLst>
          </p:cNvPr>
          <p:cNvGrpSpPr/>
          <p:nvPr/>
        </p:nvGrpSpPr>
        <p:grpSpPr>
          <a:xfrm>
            <a:off x="1873726" y="4429934"/>
            <a:ext cx="8434412" cy="1795661"/>
            <a:chOff x="1773556" y="6152512"/>
            <a:chExt cx="6217690" cy="1325726"/>
          </a:xfrm>
        </p:grpSpPr>
        <p:sp>
          <p:nvSpPr>
            <p:cNvPr id="4" name="Rectángulo 3">
              <a:extLst>
                <a:ext uri="{FF2B5EF4-FFF2-40B4-BE49-F238E27FC236}">
                  <a16:creationId xmlns:a16="http://schemas.microsoft.com/office/drawing/2014/main" id="{56BECF50-D4F0-0044-1D13-4C70D068B88B}"/>
                </a:ext>
              </a:extLst>
            </p:cNvPr>
            <p:cNvSpPr/>
            <p:nvPr/>
          </p:nvSpPr>
          <p:spPr>
            <a:xfrm>
              <a:off x="1773556" y="7144269"/>
              <a:ext cx="1526055" cy="333969"/>
            </a:xfrm>
            <a:prstGeom prst="rect">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err="1">
                  <a:latin typeface="Roboto" panose="02000000000000000000" pitchFamily="2" charset="0"/>
                  <a:ea typeface="Roboto" panose="02000000000000000000" pitchFamily="2" charset="0"/>
                  <a:cs typeface="Arial" panose="020B0604020202020204" pitchFamily="34" charset="0"/>
                </a:rPr>
                <a:t>Until</a:t>
              </a:r>
              <a:r>
                <a:rPr lang="es-ES" sz="1400" b="1" dirty="0">
                  <a:latin typeface="Roboto" panose="02000000000000000000" pitchFamily="2" charset="0"/>
                  <a:ea typeface="Roboto" panose="02000000000000000000" pitchFamily="2" charset="0"/>
                  <a:cs typeface="Arial" panose="020B0604020202020204" pitchFamily="34" charset="0"/>
                </a:rPr>
                <a:t>  </a:t>
              </a:r>
              <a:r>
                <a:rPr lang="es-ES" sz="1400" b="1" dirty="0" err="1">
                  <a:latin typeface="Roboto" panose="02000000000000000000" pitchFamily="2" charset="0"/>
                  <a:ea typeface="Roboto" panose="02000000000000000000" pitchFamily="2" charset="0"/>
                  <a:cs typeface="Arial" panose="020B0604020202020204" pitchFamily="34" charset="0"/>
                </a:rPr>
                <a:t>February</a:t>
              </a:r>
              <a:r>
                <a:rPr lang="es-ES" sz="1400" b="1" dirty="0">
                  <a:latin typeface="Roboto" panose="02000000000000000000" pitchFamily="2" charset="0"/>
                  <a:ea typeface="Roboto" panose="02000000000000000000" pitchFamily="2" charset="0"/>
                  <a:cs typeface="Arial" panose="020B0604020202020204" pitchFamily="34" charset="0"/>
                </a:rPr>
                <a:t>, 4th </a:t>
              </a:r>
            </a:p>
          </p:txBody>
        </p:sp>
        <p:sp>
          <p:nvSpPr>
            <p:cNvPr id="11" name="Rectángulo 10">
              <a:extLst>
                <a:ext uri="{FF2B5EF4-FFF2-40B4-BE49-F238E27FC236}">
                  <a16:creationId xmlns:a16="http://schemas.microsoft.com/office/drawing/2014/main" id="{BBDD013B-7B53-C1E9-D35F-AF985988A7F4}"/>
                </a:ext>
              </a:extLst>
            </p:cNvPr>
            <p:cNvSpPr/>
            <p:nvPr/>
          </p:nvSpPr>
          <p:spPr>
            <a:xfrm>
              <a:off x="3349323" y="7144269"/>
              <a:ext cx="1526054" cy="333969"/>
            </a:xfrm>
            <a:prstGeom prst="rect">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latin typeface="Roboto" panose="02000000000000000000" pitchFamily="2" charset="0"/>
                  <a:ea typeface="Roboto" panose="02000000000000000000" pitchFamily="2" charset="0"/>
                  <a:cs typeface="Arial" panose="020B0604020202020204" pitchFamily="34" charset="0"/>
                </a:rPr>
                <a:t>April, 8th – May, 24th </a:t>
              </a:r>
            </a:p>
          </p:txBody>
        </p:sp>
        <p:sp>
          <p:nvSpPr>
            <p:cNvPr id="21" name="Rectángulo 20">
              <a:extLst>
                <a:ext uri="{FF2B5EF4-FFF2-40B4-BE49-F238E27FC236}">
                  <a16:creationId xmlns:a16="http://schemas.microsoft.com/office/drawing/2014/main" id="{3F759557-4288-ACC6-2A15-4F5E36BB826B}"/>
                </a:ext>
              </a:extLst>
            </p:cNvPr>
            <p:cNvSpPr/>
            <p:nvPr/>
          </p:nvSpPr>
          <p:spPr>
            <a:xfrm>
              <a:off x="4911635" y="7144269"/>
              <a:ext cx="1520741" cy="333969"/>
            </a:xfrm>
            <a:prstGeom prst="rect">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latin typeface="Roboto" panose="02000000000000000000" pitchFamily="2" charset="0"/>
                  <a:ea typeface="Roboto" panose="02000000000000000000" pitchFamily="2" charset="0"/>
                  <a:cs typeface="Arial" panose="020B0604020202020204" pitchFamily="34" charset="0"/>
                </a:rPr>
                <a:t>May, 27th – June, 7th</a:t>
              </a:r>
            </a:p>
          </p:txBody>
        </p:sp>
        <p:sp>
          <p:nvSpPr>
            <p:cNvPr id="22" name="Rectángulo 21">
              <a:extLst>
                <a:ext uri="{FF2B5EF4-FFF2-40B4-BE49-F238E27FC236}">
                  <a16:creationId xmlns:a16="http://schemas.microsoft.com/office/drawing/2014/main" id="{46AC9A13-864B-63DD-4E39-82DB25F87DA7}"/>
                </a:ext>
              </a:extLst>
            </p:cNvPr>
            <p:cNvSpPr/>
            <p:nvPr/>
          </p:nvSpPr>
          <p:spPr>
            <a:xfrm>
              <a:off x="6468632" y="7144269"/>
              <a:ext cx="1522614" cy="333969"/>
            </a:xfrm>
            <a:prstGeom prst="rect">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latin typeface="Roboto" panose="02000000000000000000" pitchFamily="2" charset="0"/>
                  <a:ea typeface="Roboto" panose="02000000000000000000" pitchFamily="2" charset="0"/>
                  <a:cs typeface="Arial" panose="020B0604020202020204" pitchFamily="34" charset="0"/>
                </a:rPr>
                <a:t>June, 18th</a:t>
              </a:r>
            </a:p>
          </p:txBody>
        </p:sp>
        <p:sp>
          <p:nvSpPr>
            <p:cNvPr id="23" name="Rectángulo 22">
              <a:extLst>
                <a:ext uri="{FF2B5EF4-FFF2-40B4-BE49-F238E27FC236}">
                  <a16:creationId xmlns:a16="http://schemas.microsoft.com/office/drawing/2014/main" id="{17F9CAB5-E2F1-67DA-DB72-0FEC2E3A3CB6}"/>
                </a:ext>
              </a:extLst>
            </p:cNvPr>
            <p:cNvSpPr/>
            <p:nvPr/>
          </p:nvSpPr>
          <p:spPr>
            <a:xfrm>
              <a:off x="6470505" y="6152512"/>
              <a:ext cx="1520741" cy="942959"/>
            </a:xfrm>
            <a:prstGeom prst="rect">
              <a:avLst/>
            </a:prstGeom>
            <a:solidFill>
              <a:srgbClr val="6785C1">
                <a:alpha val="61961"/>
              </a:srgb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530" tIns="49530" rIns="49530" bIns="49530" numCol="1" spcCol="1270" anchor="ctr" anchorCtr="0">
              <a:noAutofit/>
            </a:bodyPr>
            <a:lstStyle/>
            <a:p>
              <a:pPr algn="ctr"/>
              <a:r>
                <a:rPr lang="en-US" sz="1600" b="1" kern="0" dirty="0">
                  <a:solidFill>
                    <a:schemeClr val="bg1"/>
                  </a:solidFill>
                  <a:latin typeface="Roboto" panose="02000000000000000000" pitchFamily="2" charset="0"/>
                  <a:ea typeface="Roboto" panose="02000000000000000000" pitchFamily="2" charset="0"/>
                  <a:cs typeface="Arial" panose="020B0604020202020204" pitchFamily="34" charset="0"/>
                </a:rPr>
                <a:t>International final </a:t>
              </a:r>
              <a:r>
                <a:rPr lang="en-US" sz="1600" kern="0" dirty="0">
                  <a:solidFill>
                    <a:schemeClr val="bg1"/>
                  </a:solidFill>
                  <a:latin typeface="Roboto" panose="02000000000000000000" pitchFamily="2" charset="0"/>
                  <a:ea typeface="Roboto" panose="02000000000000000000" pitchFamily="2" charset="0"/>
                  <a:cs typeface="Arial" panose="020B0604020202020204" pitchFamily="34" charset="0"/>
                </a:rPr>
                <a:t>and selection of </a:t>
              </a:r>
              <a:r>
                <a:rPr lang="en-US" sz="1600" b="1" kern="0" dirty="0">
                  <a:solidFill>
                    <a:schemeClr val="bg1"/>
                  </a:solidFill>
                  <a:latin typeface="Roboto" panose="02000000000000000000" pitchFamily="2" charset="0"/>
                  <a:ea typeface="Roboto" panose="02000000000000000000" pitchFamily="2" charset="0"/>
                  <a:cs typeface="Arial" panose="020B0604020202020204" pitchFamily="34" charset="0"/>
                </a:rPr>
                <a:t>winners</a:t>
              </a:r>
              <a:endParaRPr lang="es-ES" sz="1600" kern="0" dirty="0">
                <a:solidFill>
                  <a:schemeClr val="bg1"/>
                </a:solidFill>
                <a:latin typeface="Roboto" panose="02000000000000000000" pitchFamily="2" charset="0"/>
                <a:ea typeface="Roboto" panose="02000000000000000000" pitchFamily="2" charset="0"/>
                <a:cs typeface="Arial" panose="020B0604020202020204" pitchFamily="34" charset="0"/>
              </a:endParaRPr>
            </a:p>
          </p:txBody>
        </p:sp>
        <p:sp>
          <p:nvSpPr>
            <p:cNvPr id="24" name="Rectángulo 23">
              <a:extLst>
                <a:ext uri="{FF2B5EF4-FFF2-40B4-BE49-F238E27FC236}">
                  <a16:creationId xmlns:a16="http://schemas.microsoft.com/office/drawing/2014/main" id="{D49FC2A7-144D-1BF9-050C-687FC63457E4}"/>
                </a:ext>
              </a:extLst>
            </p:cNvPr>
            <p:cNvSpPr/>
            <p:nvPr/>
          </p:nvSpPr>
          <p:spPr>
            <a:xfrm>
              <a:off x="3349322" y="6152512"/>
              <a:ext cx="1526054" cy="942959"/>
            </a:xfrm>
            <a:prstGeom prst="rect">
              <a:avLst/>
            </a:prstGeom>
            <a:solidFill>
              <a:srgbClr val="6785C1">
                <a:alpha val="61961"/>
              </a:srgb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530" tIns="49530" rIns="49530" bIns="49530" numCol="1" spcCol="1270" anchor="ctr" anchorCtr="0">
              <a:noAutofit/>
            </a:bodyPr>
            <a:lstStyle/>
            <a:p>
              <a:pPr algn="ctr"/>
              <a:r>
                <a:rPr lang="en-US" sz="1600" b="1" kern="0" dirty="0">
                  <a:solidFill>
                    <a:schemeClr val="bg1"/>
                  </a:solidFill>
                  <a:latin typeface="Roboto" panose="02000000000000000000" pitchFamily="2" charset="0"/>
                  <a:ea typeface="Roboto" panose="02000000000000000000" pitchFamily="2" charset="0"/>
                  <a:cs typeface="Arial" panose="020B0604020202020204" pitchFamily="34" charset="0"/>
                </a:rPr>
                <a:t>Platform opening and training process</a:t>
              </a:r>
              <a:endParaRPr lang="es-ES" sz="1600" kern="0" dirty="0">
                <a:solidFill>
                  <a:schemeClr val="bg1"/>
                </a:solidFill>
                <a:latin typeface="Roboto" panose="02000000000000000000" pitchFamily="2" charset="0"/>
                <a:ea typeface="Roboto" panose="02000000000000000000" pitchFamily="2" charset="0"/>
                <a:cs typeface="Arial" panose="020B0604020202020204" pitchFamily="34" charset="0"/>
              </a:endParaRPr>
            </a:p>
          </p:txBody>
        </p:sp>
        <p:sp>
          <p:nvSpPr>
            <p:cNvPr id="25" name="Rectángulo 24">
              <a:extLst>
                <a:ext uri="{FF2B5EF4-FFF2-40B4-BE49-F238E27FC236}">
                  <a16:creationId xmlns:a16="http://schemas.microsoft.com/office/drawing/2014/main" id="{ED8787F0-3255-DCD7-C44D-0B1534581188}"/>
                </a:ext>
              </a:extLst>
            </p:cNvPr>
            <p:cNvSpPr/>
            <p:nvPr/>
          </p:nvSpPr>
          <p:spPr>
            <a:xfrm>
              <a:off x="1773556" y="6152512"/>
              <a:ext cx="1526054" cy="943147"/>
            </a:xfrm>
            <a:prstGeom prst="rect">
              <a:avLst/>
            </a:prstGeom>
            <a:solidFill>
              <a:srgbClr val="6785C1">
                <a:alpha val="61961"/>
              </a:srgb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530" tIns="49530" rIns="49530" bIns="49530" numCol="1" spcCol="1270" anchor="ctr" anchorCtr="0">
              <a:noAutofit/>
            </a:bodyPr>
            <a:lstStyle/>
            <a:p>
              <a:pPr algn="ctr"/>
              <a:r>
                <a:rPr lang="es-ES" sz="1600" b="1" kern="0" dirty="0" err="1">
                  <a:solidFill>
                    <a:schemeClr val="bg1"/>
                  </a:solidFill>
                  <a:latin typeface="Roboto" panose="02000000000000000000" pitchFamily="2" charset="0"/>
                  <a:ea typeface="Roboto" panose="02000000000000000000" pitchFamily="2" charset="0"/>
                  <a:cs typeface="Arial" panose="020B0604020202020204" pitchFamily="34" charset="0"/>
                </a:rPr>
                <a:t>Participant</a:t>
              </a:r>
              <a:r>
                <a:rPr lang="es-ES" sz="1600" b="1" kern="0" dirty="0">
                  <a:solidFill>
                    <a:schemeClr val="bg1"/>
                  </a:solidFill>
                  <a:latin typeface="Roboto" panose="02000000000000000000" pitchFamily="2" charset="0"/>
                  <a:ea typeface="Roboto" panose="02000000000000000000" pitchFamily="2" charset="0"/>
                  <a:cs typeface="Arial" panose="020B0604020202020204" pitchFamily="34" charset="0"/>
                </a:rPr>
                <a:t> </a:t>
              </a:r>
              <a:r>
                <a:rPr lang="es-ES" sz="1600" b="1" kern="0" dirty="0" err="1">
                  <a:solidFill>
                    <a:schemeClr val="bg1"/>
                  </a:solidFill>
                  <a:latin typeface="Roboto" panose="02000000000000000000" pitchFamily="2" charset="0"/>
                  <a:ea typeface="Roboto" panose="02000000000000000000" pitchFamily="2" charset="0"/>
                  <a:cs typeface="Arial" panose="020B0604020202020204" pitchFamily="34" charset="0"/>
                </a:rPr>
                <a:t>registration</a:t>
              </a:r>
              <a:endParaRPr lang="es-ES" sz="1600" kern="0" dirty="0">
                <a:solidFill>
                  <a:schemeClr val="bg1"/>
                </a:solidFill>
                <a:latin typeface="Roboto" panose="02000000000000000000" pitchFamily="2" charset="0"/>
                <a:ea typeface="Roboto" panose="02000000000000000000" pitchFamily="2" charset="0"/>
                <a:cs typeface="Arial" panose="020B0604020202020204" pitchFamily="34" charset="0"/>
              </a:endParaRPr>
            </a:p>
          </p:txBody>
        </p:sp>
        <p:sp>
          <p:nvSpPr>
            <p:cNvPr id="26" name="171 CuadroTexto">
              <a:extLst>
                <a:ext uri="{FF2B5EF4-FFF2-40B4-BE49-F238E27FC236}">
                  <a16:creationId xmlns:a16="http://schemas.microsoft.com/office/drawing/2014/main" id="{2091600A-FFE3-B809-1911-89F2AFCE7B5E}"/>
                </a:ext>
              </a:extLst>
            </p:cNvPr>
            <p:cNvSpPr txBox="1"/>
            <p:nvPr/>
          </p:nvSpPr>
          <p:spPr>
            <a:xfrm>
              <a:off x="4911636" y="6152512"/>
              <a:ext cx="1520741" cy="942959"/>
            </a:xfrm>
            <a:prstGeom prst="rect">
              <a:avLst/>
            </a:prstGeom>
            <a:solidFill>
              <a:srgbClr val="6785C1">
                <a:alpha val="61961"/>
              </a:srgb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530" tIns="49530" rIns="49530" bIns="49530" numCol="1" spcCol="1270" anchor="ctr" anchorCtr="0">
              <a:noAutofit/>
            </a:bodyPr>
            <a:lstStyle>
              <a:defPPr>
                <a:defRPr lang="en-US"/>
              </a:defPPr>
              <a:lvl1pPr algn="ctr">
                <a:defRPr sz="1400" b="1" kern="0">
                  <a:solidFill>
                    <a:schemeClr val="bg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600" b="0" dirty="0">
                  <a:latin typeface="Roboto" panose="02000000000000000000" pitchFamily="2" charset="0"/>
                  <a:ea typeface="Roboto" panose="02000000000000000000" pitchFamily="2" charset="0"/>
                </a:rPr>
                <a:t>Preparation of the</a:t>
              </a:r>
            </a:p>
            <a:p>
              <a:r>
                <a:rPr lang="en-US" sz="1600" dirty="0">
                  <a:latin typeface="Roboto" panose="02000000000000000000" pitchFamily="2" charset="0"/>
                  <a:ea typeface="Roboto" panose="02000000000000000000" pitchFamily="2" charset="0"/>
                </a:rPr>
                <a:t>final challenge</a:t>
              </a:r>
              <a:endParaRPr lang="es-ES" sz="1600" dirty="0">
                <a:latin typeface="Roboto" panose="02000000000000000000" pitchFamily="2" charset="0"/>
                <a:ea typeface="Roboto" panose="02000000000000000000" pitchFamily="2" charset="0"/>
              </a:endParaRPr>
            </a:p>
          </p:txBody>
        </p:sp>
      </p:grpSp>
      <p:sp>
        <p:nvSpPr>
          <p:cNvPr id="29" name="Rectángulo 28">
            <a:extLst>
              <a:ext uri="{FF2B5EF4-FFF2-40B4-BE49-F238E27FC236}">
                <a16:creationId xmlns:a16="http://schemas.microsoft.com/office/drawing/2014/main" id="{4C89C47D-14CD-904F-E592-E656F0416643}"/>
              </a:ext>
            </a:extLst>
          </p:cNvPr>
          <p:cNvSpPr/>
          <p:nvPr/>
        </p:nvSpPr>
        <p:spPr>
          <a:xfrm>
            <a:off x="-10136" y="3287392"/>
            <a:ext cx="3381133" cy="687898"/>
          </a:xfrm>
          <a:prstGeom prst="rect">
            <a:avLst/>
          </a:prstGeom>
          <a:solidFill>
            <a:srgbClr val="EBA90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CuadroTexto 29">
            <a:extLst>
              <a:ext uri="{FF2B5EF4-FFF2-40B4-BE49-F238E27FC236}">
                <a16:creationId xmlns:a16="http://schemas.microsoft.com/office/drawing/2014/main" id="{E0629264-2487-D460-FA0F-F6FFFDC71DD9}"/>
              </a:ext>
            </a:extLst>
          </p:cNvPr>
          <p:cNvSpPr txBox="1"/>
          <p:nvPr/>
        </p:nvSpPr>
        <p:spPr>
          <a:xfrm>
            <a:off x="244417" y="3447817"/>
            <a:ext cx="1499128" cy="400110"/>
          </a:xfrm>
          <a:prstGeom prst="rect">
            <a:avLst/>
          </a:prstGeom>
          <a:noFill/>
        </p:spPr>
        <p:txBody>
          <a:bodyPr wrap="none" rtlCol="0">
            <a:spAutoFit/>
          </a:bodyPr>
          <a:lstStyle/>
          <a:p>
            <a:r>
              <a:rPr lang="en-US" sz="2000" b="1" dirty="0">
                <a:solidFill>
                  <a:schemeClr val="bg1"/>
                </a:solidFill>
                <a:latin typeface="Roboto Black" panose="02000000000000000000" pitchFamily="2" charset="0"/>
                <a:ea typeface="Roboto Black" panose="02000000000000000000" pitchFamily="2" charset="0"/>
              </a:rPr>
              <a:t>CALENDAR</a:t>
            </a:r>
            <a:endParaRPr lang="es-ES" sz="2000" b="1" dirty="0">
              <a:solidFill>
                <a:schemeClr val="bg1"/>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2125255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descr="Un par de personas sentadas en una mesa&#10;&#10;Descripción generada automáticamente con confianza baja">
            <a:extLst>
              <a:ext uri="{FF2B5EF4-FFF2-40B4-BE49-F238E27FC236}">
                <a16:creationId xmlns:a16="http://schemas.microsoft.com/office/drawing/2014/main" id="{D4B4C03B-8715-7776-6E2B-50EAEA2932F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4869" b="10755"/>
          <a:stretch/>
        </p:blipFill>
        <p:spPr>
          <a:xfrm>
            <a:off x="0" y="-8"/>
            <a:ext cx="12192000" cy="6857999"/>
          </a:xfrm>
          <a:prstGeom prst="rect">
            <a:avLst/>
          </a:prstGeom>
        </p:spPr>
      </p:pic>
      <p:sp>
        <p:nvSpPr>
          <p:cNvPr id="6" name="Rectángulo 5">
            <a:extLst>
              <a:ext uri="{FF2B5EF4-FFF2-40B4-BE49-F238E27FC236}">
                <a16:creationId xmlns:a16="http://schemas.microsoft.com/office/drawing/2014/main" id="{662B30E1-7A26-6568-E377-69A08C99B9CF}"/>
              </a:ext>
            </a:extLst>
          </p:cNvPr>
          <p:cNvSpPr/>
          <p:nvPr/>
        </p:nvSpPr>
        <p:spPr>
          <a:xfrm>
            <a:off x="0" y="-9"/>
            <a:ext cx="12192000" cy="6857999"/>
          </a:xfrm>
          <a:prstGeom prst="rect">
            <a:avLst/>
          </a:prstGeom>
          <a:solidFill>
            <a:srgbClr val="0F1C5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8" name="Imagen 7" descr="Imagen que contiene Logotipo&#10;&#10;Descripción generada automáticamente">
            <a:extLst>
              <a:ext uri="{FF2B5EF4-FFF2-40B4-BE49-F238E27FC236}">
                <a16:creationId xmlns:a16="http://schemas.microsoft.com/office/drawing/2014/main" id="{46296A1B-195D-BB71-61C8-D78F138BE9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66244" y="0"/>
            <a:ext cx="3625756" cy="1453353"/>
          </a:xfrm>
          <a:prstGeom prst="rect">
            <a:avLst/>
          </a:prstGeom>
        </p:spPr>
      </p:pic>
      <p:sp>
        <p:nvSpPr>
          <p:cNvPr id="11" name="CuadroTexto 10">
            <a:extLst>
              <a:ext uri="{FF2B5EF4-FFF2-40B4-BE49-F238E27FC236}">
                <a16:creationId xmlns:a16="http://schemas.microsoft.com/office/drawing/2014/main" id="{151CB740-1297-DDE9-B687-5209E077564B}"/>
              </a:ext>
            </a:extLst>
          </p:cNvPr>
          <p:cNvSpPr txBox="1"/>
          <p:nvPr/>
        </p:nvSpPr>
        <p:spPr>
          <a:xfrm>
            <a:off x="187632" y="4815533"/>
            <a:ext cx="8827630" cy="830997"/>
          </a:xfrm>
          <a:prstGeom prst="rect">
            <a:avLst/>
          </a:prstGeom>
          <a:noFill/>
        </p:spPr>
        <p:txBody>
          <a:bodyPr wrap="square" rtlCol="0">
            <a:spAutoFit/>
          </a:bodyPr>
          <a:lstStyle/>
          <a:p>
            <a:r>
              <a:rPr lang="es-ES" sz="4800" b="1" dirty="0">
                <a:solidFill>
                  <a:schemeClr val="bg1"/>
                </a:solidFill>
                <a:effectLst>
                  <a:outerShdw blurRad="38100" dist="38100" dir="2700000" algn="tl">
                    <a:srgbClr val="000000">
                      <a:alpha val="43137"/>
                    </a:srgbClr>
                  </a:outerShdw>
                </a:effectLst>
                <a:latin typeface="Roboto Black" panose="02000000000000000000" pitchFamily="2" charset="0"/>
                <a:ea typeface="Roboto Black" panose="02000000000000000000" pitchFamily="2" charset="0"/>
                <a:cs typeface="Arial" panose="020B0604020202020204" pitchFamily="34" charset="0"/>
              </a:rPr>
              <a:t>THANK YOU!</a:t>
            </a:r>
          </a:p>
        </p:txBody>
      </p:sp>
      <p:sp>
        <p:nvSpPr>
          <p:cNvPr id="12" name="CuadroTexto 11">
            <a:extLst>
              <a:ext uri="{FF2B5EF4-FFF2-40B4-BE49-F238E27FC236}">
                <a16:creationId xmlns:a16="http://schemas.microsoft.com/office/drawing/2014/main" id="{E3DE6E28-0E4E-2A06-4606-A8B8AB61F877}"/>
              </a:ext>
            </a:extLst>
          </p:cNvPr>
          <p:cNvSpPr txBox="1"/>
          <p:nvPr/>
        </p:nvSpPr>
        <p:spPr>
          <a:xfrm>
            <a:off x="266009" y="5888494"/>
            <a:ext cx="8827630" cy="646331"/>
          </a:xfrm>
          <a:prstGeom prst="rect">
            <a:avLst/>
          </a:prstGeom>
          <a:noFill/>
        </p:spPr>
        <p:txBody>
          <a:bodyPr wrap="square" rtlCol="0">
            <a:spAutoFit/>
          </a:bodyPr>
          <a:lstStyle/>
          <a:p>
            <a:r>
              <a:rPr lang="es-ES">
                <a:solidFill>
                  <a:schemeClr val="bg1"/>
                </a:solidFill>
                <a:latin typeface="Roboto" panose="02000000000000000000" pitchFamily="2" charset="0"/>
                <a:ea typeface="Roboto" panose="02000000000000000000" pitchFamily="2" charset="0"/>
                <a:cs typeface="Arial" panose="020B0604020202020204" pitchFamily="34" charset="0"/>
              </a:rPr>
              <a:t>nttdatafoundation@nttdata.com</a:t>
            </a:r>
          </a:p>
          <a:p>
            <a:r>
              <a:rPr lang="es-ES">
                <a:solidFill>
                  <a:schemeClr val="bg1"/>
                </a:solidFill>
                <a:latin typeface="Roboto" panose="02000000000000000000" pitchFamily="2" charset="0"/>
                <a:ea typeface="Roboto" panose="02000000000000000000" pitchFamily="2" charset="0"/>
                <a:cs typeface="Arial" panose="020B0604020202020204" pitchFamily="34" charset="0"/>
              </a:rPr>
              <a:t>@nttdatafoundation</a:t>
            </a:r>
          </a:p>
        </p:txBody>
      </p:sp>
    </p:spTree>
    <p:extLst>
      <p:ext uri="{BB962C8B-B14F-4D97-AF65-F5344CB8AC3E}">
        <p14:creationId xmlns:p14="http://schemas.microsoft.com/office/powerpoint/2010/main" val="237169870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0727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Tema de Office">
  <a:themeElements>
    <a:clrScheme name="Personalizados 13">
      <a:dk1>
        <a:srgbClr val="FFFFFF"/>
      </a:dk1>
      <a:lt1>
        <a:srgbClr val="505050"/>
      </a:lt1>
      <a:dk2>
        <a:srgbClr val="96AE03"/>
      </a:dk2>
      <a:lt2>
        <a:srgbClr val="6785C1"/>
      </a:lt2>
      <a:accent1>
        <a:srgbClr val="0080B1"/>
      </a:accent1>
      <a:accent2>
        <a:srgbClr val="0F1C50"/>
      </a:accent2>
      <a:accent3>
        <a:srgbClr val="E6B600"/>
      </a:accent3>
      <a:accent4>
        <a:srgbClr val="BC5728"/>
      </a:accent4>
      <a:accent5>
        <a:srgbClr val="FFFFFF"/>
      </a:accent5>
      <a:accent6>
        <a:srgbClr val="FFFFFF"/>
      </a:accent6>
      <a:hlink>
        <a:srgbClr val="505050"/>
      </a:hlink>
      <a:folHlink>
        <a:srgbClr val="51515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0ABC14D21FF034399B171FD734A9A19" ma:contentTypeVersion="19" ma:contentTypeDescription="Create a new document." ma:contentTypeScope="" ma:versionID="7c35a3ef7a83d5244445b9d877847cc5">
  <xsd:schema xmlns:xsd="http://www.w3.org/2001/XMLSchema" xmlns:xs="http://www.w3.org/2001/XMLSchema" xmlns:p="http://schemas.microsoft.com/office/2006/metadata/properties" xmlns:ns1="http://schemas.microsoft.com/sharepoint/v3" xmlns:ns2="83a459f6-f678-42d2-9268-2e7a78c08ecc" xmlns:ns3="766138ce-76b2-4c57-921b-1f0652264665" targetNamespace="http://schemas.microsoft.com/office/2006/metadata/properties" ma:root="true" ma:fieldsID="475fc8035f0e2038362ba3fac9951519" ns1:_="" ns2:_="" ns3:_="">
    <xsd:import namespace="http://schemas.microsoft.com/sharepoint/v3"/>
    <xsd:import namespace="83a459f6-f678-42d2-9268-2e7a78c08ecc"/>
    <xsd:import namespace="766138ce-76b2-4c57-921b-1f0652264665"/>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3a459f6-f678-42d2-9268-2e7a78c08ec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85e823d-31db-440c-980d-283f89df7c2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66138ce-76b2-4c57-921b-1f0652264665"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b73c08cb-df43-4444-86dd-7d0256c9ac6c}" ma:internalName="TaxCatchAll" ma:showField="CatchAllData" ma:web="766138ce-76b2-4c57-921b-1f065226466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83a459f6-f678-42d2-9268-2e7a78c08ecc">
      <Terms xmlns="http://schemas.microsoft.com/office/infopath/2007/PartnerControls"/>
    </lcf76f155ced4ddcb4097134ff3c332f>
    <_ip_UnifiedCompliancePolicyProperties xmlns="http://schemas.microsoft.com/sharepoint/v3" xsi:nil="true"/>
    <TaxCatchAll xmlns="766138ce-76b2-4c57-921b-1f0652264665" xsi:nil="true"/>
  </documentManagement>
</p:properties>
</file>

<file path=customXml/itemProps1.xml><?xml version="1.0" encoding="utf-8"?>
<ds:datastoreItem xmlns:ds="http://schemas.openxmlformats.org/officeDocument/2006/customXml" ds:itemID="{9EF4199C-94BE-466E-9343-FEB33E34C1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83a459f6-f678-42d2-9268-2e7a78c08ecc"/>
    <ds:schemaRef ds:uri="766138ce-76b2-4c57-921b-1f065226466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23F3680-6409-4EEE-87A0-25D07F9F0B6F}">
  <ds:schemaRefs>
    <ds:schemaRef ds:uri="http://schemas.microsoft.com/sharepoint/v3/contenttype/forms"/>
  </ds:schemaRefs>
</ds:datastoreItem>
</file>

<file path=customXml/itemProps3.xml><?xml version="1.0" encoding="utf-8"?>
<ds:datastoreItem xmlns:ds="http://schemas.openxmlformats.org/officeDocument/2006/customXml" ds:itemID="{75161348-DC43-4E92-9554-1D7CC5DB1DBF}">
  <ds:schemaRefs>
    <ds:schemaRef ds:uri="http://schemas.microsoft.com/sharepoint/v3"/>
    <ds:schemaRef ds:uri="http://purl.org/dc/terms/"/>
    <ds:schemaRef ds:uri="766138ce-76b2-4c57-921b-1f0652264665"/>
    <ds:schemaRef ds:uri="http://purl.org/dc/dcmitype/"/>
    <ds:schemaRef ds:uri="http://schemas.microsoft.com/office/infopath/2007/PartnerControls"/>
    <ds:schemaRef ds:uri="http://purl.org/dc/elements/1.1/"/>
    <ds:schemaRef ds:uri="http://schemas.microsoft.com/office/2006/documentManagement/types"/>
    <ds:schemaRef ds:uri="http://schemas.openxmlformats.org/package/2006/metadata/core-properties"/>
    <ds:schemaRef ds:uri="83a459f6-f678-42d2-9268-2e7a78c08ecc"/>
    <ds:schemaRef ds:uri="http://schemas.microsoft.com/office/2006/metadata/properties"/>
    <ds:schemaRef ds:uri="http://www.w3.org/XML/1998/namespace"/>
  </ds:schemaRefs>
</ds:datastoreItem>
</file>

<file path=docMetadata/LabelInfo.xml><?xml version="1.0" encoding="utf-8"?>
<clbl:labelList xmlns:clbl="http://schemas.microsoft.com/office/2020/mipLabelMetadata">
  <clbl:label id="{3048dc87-43f0-4100-9acb-ae1971c79395}" enabled="0" method="" siteId="{3048dc87-43f0-4100-9acb-ae1971c79395}" removed="1"/>
</clbl:labelList>
</file>

<file path=docProps/app.xml><?xml version="1.0" encoding="utf-8"?>
<Properties xmlns="http://schemas.openxmlformats.org/officeDocument/2006/extended-properties" xmlns:vt="http://schemas.openxmlformats.org/officeDocument/2006/docPropsVTypes">
  <TotalTime>4064</TotalTime>
  <Words>1465</Words>
  <Application>Microsoft Office PowerPoint</Application>
  <PresentationFormat>Widescreen</PresentationFormat>
  <Paragraphs>161</Paragraphs>
  <Slides>12</Slides>
  <Notes>3</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12</vt:i4>
      </vt:variant>
    </vt:vector>
  </HeadingPairs>
  <TitlesOfParts>
    <vt:vector size="25" baseType="lpstr">
      <vt:lpstr>Arial</vt:lpstr>
      <vt:lpstr>Arial Black</vt:lpstr>
      <vt:lpstr>Calibri</vt:lpstr>
      <vt:lpstr>Calibri Light</vt:lpstr>
      <vt:lpstr>Roboto</vt:lpstr>
      <vt:lpstr>Roboto Black</vt:lpstr>
      <vt:lpstr>Roboto Medium</vt:lpstr>
      <vt:lpstr>Roboto Thin</vt:lpstr>
      <vt:lpstr>Trebuchet MS</vt:lpstr>
      <vt:lpstr>Wingdings</vt:lpstr>
      <vt:lpstr>Tema de Office</vt:lpstr>
      <vt:lpstr>Office Theme</vt:lpstr>
      <vt:lpstr>1_Tema de Office</vt:lpstr>
      <vt:lpstr>PowerPoint Presentation</vt:lpstr>
      <vt:lpstr>PowerPoint Presentation</vt:lpstr>
      <vt:lpstr>PowerPoint Presentation</vt:lpstr>
      <vt:lpstr>PowerPoint Presentation</vt:lpstr>
      <vt:lpstr>PowerPoint Presentation</vt:lpstr>
      <vt:lpstr>MULTIPLIER IMPACT</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Tamara Maria Garcia Duque</dc:creator>
  <cp:keywords>docId:0B0555E75CAE2A88D78D32D298958BCA</cp:keywords>
  <cp:lastModifiedBy>Elisabetta Medda</cp:lastModifiedBy>
  <cp:revision>84</cp:revision>
  <dcterms:created xsi:type="dcterms:W3CDTF">2022-07-19T08:16:36Z</dcterms:created>
  <dcterms:modified xsi:type="dcterms:W3CDTF">2024-02-06T12:00:29Z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0x01010030ABC14D21FF034399B171FD734A9A19</vt:lpwstr>
  </property>
</Properties>
</file>