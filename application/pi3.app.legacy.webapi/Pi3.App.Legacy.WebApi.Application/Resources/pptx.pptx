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3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5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6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3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9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7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4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1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5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05A53-EBAA-4BC9-AD46-CEFB746099B8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DE317-EB2F-4CE5-8E22-343A3B87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6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Frezza</dc:creator>
  <cp:lastModifiedBy>Stefano Frezza</cp:lastModifiedBy>
  <cp:revision>2</cp:revision>
  <dcterms:created xsi:type="dcterms:W3CDTF">2024-04-17T07:47:02Z</dcterms:created>
  <dcterms:modified xsi:type="dcterms:W3CDTF">2024-04-17T07:47:18Z</dcterms:modified>
</cp:coreProperties>
</file>